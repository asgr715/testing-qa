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Lst>
  <p:notesMasterIdLst>
    <p:notesMasterId r:id="rId17"/>
  </p:notesMasterIdLst>
  <p:sldIdLst>
    <p:sldId id="256" r:id="rId2"/>
    <p:sldId id="289" r:id="rId3"/>
    <p:sldId id="290" r:id="rId4"/>
    <p:sldId id="291" r:id="rId5"/>
    <p:sldId id="292" r:id="rId6"/>
    <p:sldId id="301" r:id="rId7"/>
    <p:sldId id="293" r:id="rId8"/>
    <p:sldId id="294" r:id="rId9"/>
    <p:sldId id="295" r:id="rId10"/>
    <p:sldId id="296" r:id="rId11"/>
    <p:sldId id="297" r:id="rId12"/>
    <p:sldId id="300" r:id="rId13"/>
    <p:sldId id="302" r:id="rId14"/>
    <p:sldId id="303" r:id="rId15"/>
    <p:sldId id="304" r:id="rId16"/>
  </p:sldIdLst>
  <p:sldSz cx="9144000" cy="5143500" type="screen16x9"/>
  <p:notesSz cx="6858000" cy="9144000"/>
  <p:embeddedFontLst>
    <p:embeddedFont>
      <p:font typeface="Albert Sans" panose="020B0604020202020204" charset="0"/>
      <p:regular r:id="rId18"/>
      <p:bold r:id="rId19"/>
      <p:italic r:id="rId20"/>
      <p:boldItalic r:id="rId21"/>
    </p:embeddedFont>
    <p:embeddedFont>
      <p:font typeface="Bebas Neue" panose="020B0606020202050201" pitchFamily="34" charset="0"/>
      <p:regular r:id="rId22"/>
    </p:embeddedFont>
    <p:embeddedFont>
      <p:font typeface="Nunito Light" pitchFamily="2" charset="0"/>
      <p:regular r:id="rId23"/>
      <p:italic r:id="rId24"/>
    </p:embeddedFont>
    <p:embeddedFont>
      <p:font typeface="Ultra" panose="020B0604020202020204" charset="0"/>
      <p:regular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2C982C3-11E6-4091-91F2-3D9BDD561809}">
  <a:tblStyle styleId="{42C982C3-11E6-4091-91F2-3D9BDD56180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82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4075931e2a_0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4075931e2a_0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711150" y="426450"/>
            <a:ext cx="7721700" cy="113050"/>
            <a:chOff x="720125" y="3734875"/>
            <a:chExt cx="7721700" cy="113050"/>
          </a:xfrm>
        </p:grpSpPr>
        <p:cxnSp>
          <p:nvCxnSpPr>
            <p:cNvPr id="10" name="Google Shape;10;p2"/>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11" name="Google Shape;11;p2"/>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sp>
        <p:nvSpPr>
          <p:cNvPr id="12" name="Google Shape;12;p2"/>
          <p:cNvSpPr/>
          <p:nvPr/>
        </p:nvSpPr>
        <p:spPr>
          <a:xfrm>
            <a:off x="6750" y="460400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txBox="1">
            <a:spLocks noGrp="1"/>
          </p:cNvSpPr>
          <p:nvPr>
            <p:ph type="ctrTitle"/>
          </p:nvPr>
        </p:nvSpPr>
        <p:spPr>
          <a:xfrm>
            <a:off x="720000" y="844300"/>
            <a:ext cx="5234700" cy="30183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6000"/>
              <a:buNone/>
              <a:defRPr sz="6000">
                <a:latin typeface="Ultra"/>
                <a:ea typeface="Ultra"/>
                <a:cs typeface="Ultra"/>
                <a:sym typeface="Ultra"/>
              </a:defRPr>
            </a:lvl1pPr>
            <a:lvl2pPr lvl="1" algn="ctr">
              <a:spcBef>
                <a:spcPts val="0"/>
              </a:spcBef>
              <a:spcAft>
                <a:spcPts val="0"/>
              </a:spcAft>
              <a:buClr>
                <a:srgbClr val="191919"/>
              </a:buClr>
              <a:buSzPts val="6000"/>
              <a:buNone/>
              <a:defRPr sz="6000">
                <a:solidFill>
                  <a:srgbClr val="191919"/>
                </a:solidFill>
              </a:defRPr>
            </a:lvl2pPr>
            <a:lvl3pPr lvl="2" algn="ctr">
              <a:spcBef>
                <a:spcPts val="0"/>
              </a:spcBef>
              <a:spcAft>
                <a:spcPts val="0"/>
              </a:spcAft>
              <a:buClr>
                <a:srgbClr val="191919"/>
              </a:buClr>
              <a:buSzPts val="6000"/>
              <a:buNone/>
              <a:defRPr sz="6000">
                <a:solidFill>
                  <a:srgbClr val="191919"/>
                </a:solidFill>
              </a:defRPr>
            </a:lvl3pPr>
            <a:lvl4pPr lvl="3" algn="ctr">
              <a:spcBef>
                <a:spcPts val="0"/>
              </a:spcBef>
              <a:spcAft>
                <a:spcPts val="0"/>
              </a:spcAft>
              <a:buClr>
                <a:srgbClr val="191919"/>
              </a:buClr>
              <a:buSzPts val="6000"/>
              <a:buNone/>
              <a:defRPr sz="6000">
                <a:solidFill>
                  <a:srgbClr val="191919"/>
                </a:solidFill>
              </a:defRPr>
            </a:lvl4pPr>
            <a:lvl5pPr lvl="4" algn="ctr">
              <a:spcBef>
                <a:spcPts val="0"/>
              </a:spcBef>
              <a:spcAft>
                <a:spcPts val="0"/>
              </a:spcAft>
              <a:buClr>
                <a:srgbClr val="191919"/>
              </a:buClr>
              <a:buSzPts val="6000"/>
              <a:buNone/>
              <a:defRPr sz="6000">
                <a:solidFill>
                  <a:srgbClr val="191919"/>
                </a:solidFill>
              </a:defRPr>
            </a:lvl5pPr>
            <a:lvl6pPr lvl="5" algn="ctr">
              <a:spcBef>
                <a:spcPts val="0"/>
              </a:spcBef>
              <a:spcAft>
                <a:spcPts val="0"/>
              </a:spcAft>
              <a:buClr>
                <a:srgbClr val="191919"/>
              </a:buClr>
              <a:buSzPts val="6000"/>
              <a:buNone/>
              <a:defRPr sz="6000">
                <a:solidFill>
                  <a:srgbClr val="191919"/>
                </a:solidFill>
              </a:defRPr>
            </a:lvl6pPr>
            <a:lvl7pPr lvl="6" algn="ctr">
              <a:spcBef>
                <a:spcPts val="0"/>
              </a:spcBef>
              <a:spcAft>
                <a:spcPts val="0"/>
              </a:spcAft>
              <a:buClr>
                <a:srgbClr val="191919"/>
              </a:buClr>
              <a:buSzPts val="6000"/>
              <a:buNone/>
              <a:defRPr sz="6000">
                <a:solidFill>
                  <a:srgbClr val="191919"/>
                </a:solidFill>
              </a:defRPr>
            </a:lvl7pPr>
            <a:lvl8pPr lvl="7" algn="ctr">
              <a:spcBef>
                <a:spcPts val="0"/>
              </a:spcBef>
              <a:spcAft>
                <a:spcPts val="0"/>
              </a:spcAft>
              <a:buClr>
                <a:srgbClr val="191919"/>
              </a:buClr>
              <a:buSzPts val="6000"/>
              <a:buNone/>
              <a:defRPr sz="6000">
                <a:solidFill>
                  <a:srgbClr val="191919"/>
                </a:solidFill>
              </a:defRPr>
            </a:lvl8pPr>
            <a:lvl9pPr lvl="8" algn="ctr">
              <a:spcBef>
                <a:spcPts val="0"/>
              </a:spcBef>
              <a:spcAft>
                <a:spcPts val="0"/>
              </a:spcAft>
              <a:buClr>
                <a:srgbClr val="191919"/>
              </a:buClr>
              <a:buSzPts val="6000"/>
              <a:buNone/>
              <a:defRPr sz="6000">
                <a:solidFill>
                  <a:srgbClr val="191919"/>
                </a:solidFill>
              </a:defRPr>
            </a:lvl9pPr>
          </a:lstStyle>
          <a:p>
            <a:endParaRPr/>
          </a:p>
        </p:txBody>
      </p:sp>
      <p:sp>
        <p:nvSpPr>
          <p:cNvPr id="14" name="Google Shape;14;p2"/>
          <p:cNvSpPr txBox="1">
            <a:spLocks noGrp="1"/>
          </p:cNvSpPr>
          <p:nvPr>
            <p:ph type="subTitle" idx="1"/>
          </p:nvPr>
        </p:nvSpPr>
        <p:spPr>
          <a:xfrm>
            <a:off x="6130325" y="3124800"/>
            <a:ext cx="2300400" cy="737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solidFill>
                  <a:schemeClr val="dk1"/>
                </a:solidFill>
                <a:latin typeface="Albert Sans"/>
                <a:ea typeface="Albert Sans"/>
                <a:cs typeface="Albert Sans"/>
                <a:sym typeface="Albert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6750" y="460400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4"/>
          <p:cNvSpPr txBox="1">
            <a:spLocks noGrp="1"/>
          </p:cNvSpPr>
          <p:nvPr>
            <p:ph type="title"/>
          </p:nvPr>
        </p:nvSpPr>
        <p:spPr>
          <a:xfrm>
            <a:off x="720000" y="539500"/>
            <a:ext cx="5653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6" name="Google Shape;26;p4"/>
          <p:cNvSpPr txBox="1">
            <a:spLocks noGrp="1"/>
          </p:cNvSpPr>
          <p:nvPr>
            <p:ph type="body" idx="1"/>
          </p:nvPr>
        </p:nvSpPr>
        <p:spPr>
          <a:xfrm>
            <a:off x="720000" y="1215750"/>
            <a:ext cx="4349100" cy="1494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Albert Sans Light"/>
              <a:buChar char="●"/>
              <a:defRPr sz="1200"/>
            </a:lvl1pPr>
            <a:lvl2pPr marL="914400" lvl="1" indent="-304800" rtl="0">
              <a:lnSpc>
                <a:spcPct val="115000"/>
              </a:lnSpc>
              <a:spcBef>
                <a:spcPts val="0"/>
              </a:spcBef>
              <a:spcAft>
                <a:spcPts val="0"/>
              </a:spcAft>
              <a:buSzPts val="1200"/>
              <a:buFont typeface="Nunito Light"/>
              <a:buChar char="○"/>
              <a:defRPr sz="1200"/>
            </a:lvl2pPr>
            <a:lvl3pPr marL="1371600" lvl="2" indent="-304800" rtl="0">
              <a:lnSpc>
                <a:spcPct val="115000"/>
              </a:lnSpc>
              <a:spcBef>
                <a:spcPts val="1600"/>
              </a:spcBef>
              <a:spcAft>
                <a:spcPts val="0"/>
              </a:spcAft>
              <a:buSzPts val="1200"/>
              <a:buFont typeface="Nunito Light"/>
              <a:buChar char="■"/>
              <a:defRPr sz="1200"/>
            </a:lvl3pPr>
            <a:lvl4pPr marL="1828800" lvl="3" indent="-304800" rtl="0">
              <a:lnSpc>
                <a:spcPct val="115000"/>
              </a:lnSpc>
              <a:spcBef>
                <a:spcPts val="1600"/>
              </a:spcBef>
              <a:spcAft>
                <a:spcPts val="0"/>
              </a:spcAft>
              <a:buSzPts val="1200"/>
              <a:buFont typeface="Nunito Light"/>
              <a:buChar char="●"/>
              <a:defRPr sz="1200"/>
            </a:lvl4pPr>
            <a:lvl5pPr marL="2286000" lvl="4" indent="-304800" rtl="0">
              <a:lnSpc>
                <a:spcPct val="115000"/>
              </a:lnSpc>
              <a:spcBef>
                <a:spcPts val="1600"/>
              </a:spcBef>
              <a:spcAft>
                <a:spcPts val="0"/>
              </a:spcAft>
              <a:buSzPts val="1200"/>
              <a:buFont typeface="Nunito Light"/>
              <a:buChar char="○"/>
              <a:defRPr sz="1200"/>
            </a:lvl5pPr>
            <a:lvl6pPr marL="2743200" lvl="5" indent="-304800" rtl="0">
              <a:lnSpc>
                <a:spcPct val="115000"/>
              </a:lnSpc>
              <a:spcBef>
                <a:spcPts val="1600"/>
              </a:spcBef>
              <a:spcAft>
                <a:spcPts val="0"/>
              </a:spcAft>
              <a:buSzPts val="1200"/>
              <a:buFont typeface="Nunito Light"/>
              <a:buChar char="■"/>
              <a:defRPr sz="1200"/>
            </a:lvl6pPr>
            <a:lvl7pPr marL="3200400" lvl="6" indent="-304800" rtl="0">
              <a:lnSpc>
                <a:spcPct val="115000"/>
              </a:lnSpc>
              <a:spcBef>
                <a:spcPts val="1600"/>
              </a:spcBef>
              <a:spcAft>
                <a:spcPts val="0"/>
              </a:spcAft>
              <a:buSzPts val="1200"/>
              <a:buFont typeface="Nunito Light"/>
              <a:buChar char="●"/>
              <a:defRPr sz="1200"/>
            </a:lvl7pPr>
            <a:lvl8pPr marL="3657600" lvl="7" indent="-304800" rtl="0">
              <a:lnSpc>
                <a:spcPct val="115000"/>
              </a:lnSpc>
              <a:spcBef>
                <a:spcPts val="1600"/>
              </a:spcBef>
              <a:spcAft>
                <a:spcPts val="0"/>
              </a:spcAft>
              <a:buSzPts val="1200"/>
              <a:buFont typeface="Nunito Light"/>
              <a:buChar char="○"/>
              <a:defRPr sz="1200"/>
            </a:lvl8pPr>
            <a:lvl9pPr marL="4114800" lvl="8" indent="-304800" rtl="0">
              <a:lnSpc>
                <a:spcPct val="115000"/>
              </a:lnSpc>
              <a:spcBef>
                <a:spcPts val="1600"/>
              </a:spcBef>
              <a:spcAft>
                <a:spcPts val="1600"/>
              </a:spcAft>
              <a:buSzPts val="1200"/>
              <a:buFont typeface="Nunito Light"/>
              <a:buChar char="■"/>
              <a:defRPr sz="1200"/>
            </a:lvl9pPr>
          </a:lstStyle>
          <a:p>
            <a:endParaRPr/>
          </a:p>
        </p:txBody>
      </p:sp>
      <p:grpSp>
        <p:nvGrpSpPr>
          <p:cNvPr id="27" name="Google Shape;27;p4"/>
          <p:cNvGrpSpPr/>
          <p:nvPr/>
        </p:nvGrpSpPr>
        <p:grpSpPr>
          <a:xfrm>
            <a:off x="711150" y="426450"/>
            <a:ext cx="7721700" cy="113050"/>
            <a:chOff x="720125" y="3734875"/>
            <a:chExt cx="7721700" cy="113050"/>
          </a:xfrm>
        </p:grpSpPr>
        <p:cxnSp>
          <p:nvCxnSpPr>
            <p:cNvPr id="28" name="Google Shape;28;p4"/>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29" name="Google Shape;29;p4"/>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4"/>
        <p:cNvGrpSpPr/>
        <p:nvPr/>
      </p:nvGrpSpPr>
      <p:grpSpPr>
        <a:xfrm>
          <a:off x="0" y="0"/>
          <a:ext cx="0" cy="0"/>
          <a:chOff x="0" y="0"/>
          <a:chExt cx="0" cy="0"/>
        </a:xfrm>
      </p:grpSpPr>
      <p:sp>
        <p:nvSpPr>
          <p:cNvPr id="55" name="Google Shape;55;p8"/>
          <p:cNvSpPr/>
          <p:nvPr/>
        </p:nvSpPr>
        <p:spPr>
          <a:xfrm>
            <a:off x="6750" y="460400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txBox="1">
            <a:spLocks noGrp="1"/>
          </p:cNvSpPr>
          <p:nvPr>
            <p:ph type="title"/>
          </p:nvPr>
        </p:nvSpPr>
        <p:spPr>
          <a:xfrm>
            <a:off x="2317950" y="1307100"/>
            <a:ext cx="4508100" cy="2529300"/>
          </a:xfrm>
          <a:prstGeom prst="rect">
            <a:avLst/>
          </a:prstGeom>
        </p:spPr>
        <p:txBody>
          <a:bodyPr spcFirstLastPara="1" wrap="square" lIns="91425" tIns="91425" rIns="91425" bIns="91425" anchor="t"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57" name="Google Shape;57;p8"/>
          <p:cNvGrpSpPr/>
          <p:nvPr/>
        </p:nvGrpSpPr>
        <p:grpSpPr>
          <a:xfrm>
            <a:off x="711150" y="426450"/>
            <a:ext cx="7721700" cy="113050"/>
            <a:chOff x="720125" y="3734875"/>
            <a:chExt cx="7721700" cy="113050"/>
          </a:xfrm>
        </p:grpSpPr>
        <p:cxnSp>
          <p:nvCxnSpPr>
            <p:cNvPr id="58" name="Google Shape;58;p8"/>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59" name="Google Shape;59;p8"/>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0"/>
        <p:cNvGrpSpPr/>
        <p:nvPr/>
      </p:nvGrpSpPr>
      <p:grpSpPr>
        <a:xfrm>
          <a:off x="0" y="0"/>
          <a:ext cx="0" cy="0"/>
          <a:chOff x="0" y="0"/>
          <a:chExt cx="0" cy="0"/>
        </a:xfrm>
      </p:grpSpPr>
      <p:grpSp>
        <p:nvGrpSpPr>
          <p:cNvPr id="61" name="Google Shape;61;p9"/>
          <p:cNvGrpSpPr/>
          <p:nvPr/>
        </p:nvGrpSpPr>
        <p:grpSpPr>
          <a:xfrm>
            <a:off x="711150" y="426450"/>
            <a:ext cx="7721700" cy="113050"/>
            <a:chOff x="720125" y="3734875"/>
            <a:chExt cx="7721700" cy="113050"/>
          </a:xfrm>
        </p:grpSpPr>
        <p:cxnSp>
          <p:nvCxnSpPr>
            <p:cNvPr id="62" name="Google Shape;62;p9"/>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63" name="Google Shape;63;p9"/>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sp>
        <p:nvSpPr>
          <p:cNvPr id="64" name="Google Shape;64;p9"/>
          <p:cNvSpPr/>
          <p:nvPr/>
        </p:nvSpPr>
        <p:spPr>
          <a:xfrm>
            <a:off x="6750" y="460400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66" name="Google Shape;66;p9"/>
          <p:cNvSpPr txBox="1">
            <a:spLocks noGrp="1"/>
          </p:cNvSpPr>
          <p:nvPr>
            <p:ph type="subTitle" idx="1"/>
          </p:nvPr>
        </p:nvSpPr>
        <p:spPr>
          <a:xfrm>
            <a:off x="2135550" y="3153500"/>
            <a:ext cx="4872900" cy="801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100"/>
              <a:buNone/>
              <a:defRPr sz="11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0"/>
        <p:cNvGrpSpPr/>
        <p:nvPr/>
      </p:nvGrpSpPr>
      <p:grpSpPr>
        <a:xfrm>
          <a:off x="0" y="0"/>
          <a:ext cx="0" cy="0"/>
          <a:chOff x="0" y="0"/>
          <a:chExt cx="0" cy="0"/>
        </a:xfrm>
      </p:grpSpPr>
      <p:sp>
        <p:nvSpPr>
          <p:cNvPr id="71" name="Google Shape;71;p11"/>
          <p:cNvSpPr/>
          <p:nvPr/>
        </p:nvSpPr>
        <p:spPr>
          <a:xfrm>
            <a:off x="6750" y="460400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txBox="1">
            <a:spLocks noGrp="1"/>
          </p:cNvSpPr>
          <p:nvPr>
            <p:ph type="title" hasCustomPrompt="1"/>
          </p:nvPr>
        </p:nvSpPr>
        <p:spPr>
          <a:xfrm>
            <a:off x="1284000" y="1288250"/>
            <a:ext cx="6576000" cy="1970700"/>
          </a:xfrm>
          <a:prstGeom prst="rect">
            <a:avLst/>
          </a:prstGeom>
        </p:spPr>
        <p:txBody>
          <a:bodyPr spcFirstLastPara="1" wrap="square" lIns="91425" tIns="91425" rIns="91425" bIns="91425" anchor="b"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73" name="Google Shape;73;p11"/>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100"/>
            </a:lvl1pPr>
            <a:lvl2pPr lvl="1" algn="ctr" rtl="0">
              <a:lnSpc>
                <a:spcPct val="100000"/>
              </a:lnSpc>
              <a:spcBef>
                <a:spcPts val="0"/>
              </a:spcBef>
              <a:spcAft>
                <a:spcPts val="0"/>
              </a:spcAft>
              <a:buSzPts val="1100"/>
              <a:buNone/>
              <a:defRPr sz="1100"/>
            </a:lvl2pPr>
            <a:lvl3pPr lvl="2" algn="ctr" rtl="0">
              <a:lnSpc>
                <a:spcPct val="100000"/>
              </a:lnSpc>
              <a:spcBef>
                <a:spcPts val="1600"/>
              </a:spcBef>
              <a:spcAft>
                <a:spcPts val="0"/>
              </a:spcAft>
              <a:buSzPts val="1100"/>
              <a:buNone/>
              <a:defRPr sz="1100"/>
            </a:lvl3pPr>
            <a:lvl4pPr lvl="3" algn="ctr" rtl="0">
              <a:lnSpc>
                <a:spcPct val="100000"/>
              </a:lnSpc>
              <a:spcBef>
                <a:spcPts val="1600"/>
              </a:spcBef>
              <a:spcAft>
                <a:spcPts val="0"/>
              </a:spcAft>
              <a:buSzPts val="1100"/>
              <a:buNone/>
              <a:defRPr sz="1100"/>
            </a:lvl4pPr>
            <a:lvl5pPr lvl="4" algn="ctr" rtl="0">
              <a:lnSpc>
                <a:spcPct val="100000"/>
              </a:lnSpc>
              <a:spcBef>
                <a:spcPts val="1600"/>
              </a:spcBef>
              <a:spcAft>
                <a:spcPts val="0"/>
              </a:spcAft>
              <a:buSzPts val="1100"/>
              <a:buNone/>
              <a:defRPr sz="1100"/>
            </a:lvl5pPr>
            <a:lvl6pPr lvl="5" algn="ctr" rtl="0">
              <a:lnSpc>
                <a:spcPct val="100000"/>
              </a:lnSpc>
              <a:spcBef>
                <a:spcPts val="1600"/>
              </a:spcBef>
              <a:spcAft>
                <a:spcPts val="0"/>
              </a:spcAft>
              <a:buSzPts val="1100"/>
              <a:buNone/>
              <a:defRPr sz="1100"/>
            </a:lvl6pPr>
            <a:lvl7pPr lvl="6" algn="ctr" rtl="0">
              <a:lnSpc>
                <a:spcPct val="100000"/>
              </a:lnSpc>
              <a:spcBef>
                <a:spcPts val="1600"/>
              </a:spcBef>
              <a:spcAft>
                <a:spcPts val="0"/>
              </a:spcAft>
              <a:buSzPts val="1100"/>
              <a:buNone/>
              <a:defRPr sz="1100"/>
            </a:lvl7pPr>
            <a:lvl8pPr lvl="7" algn="ctr" rtl="0">
              <a:lnSpc>
                <a:spcPct val="100000"/>
              </a:lnSpc>
              <a:spcBef>
                <a:spcPts val="1600"/>
              </a:spcBef>
              <a:spcAft>
                <a:spcPts val="0"/>
              </a:spcAft>
              <a:buSzPts val="1100"/>
              <a:buNone/>
              <a:defRPr sz="1100"/>
            </a:lvl8pPr>
            <a:lvl9pPr lvl="8" algn="ctr" rtl="0">
              <a:lnSpc>
                <a:spcPct val="100000"/>
              </a:lnSpc>
              <a:spcBef>
                <a:spcPts val="1600"/>
              </a:spcBef>
              <a:spcAft>
                <a:spcPts val="1600"/>
              </a:spcAft>
              <a:buSzPts val="1100"/>
              <a:buNone/>
              <a:defRPr sz="1100"/>
            </a:lvl9pPr>
          </a:lstStyle>
          <a:p>
            <a:endParaRPr/>
          </a:p>
        </p:txBody>
      </p:sp>
      <p:grpSp>
        <p:nvGrpSpPr>
          <p:cNvPr id="74" name="Google Shape;74;p11"/>
          <p:cNvGrpSpPr/>
          <p:nvPr/>
        </p:nvGrpSpPr>
        <p:grpSpPr>
          <a:xfrm>
            <a:off x="711150" y="426450"/>
            <a:ext cx="7721700" cy="113050"/>
            <a:chOff x="720125" y="3734875"/>
            <a:chExt cx="7721700" cy="113050"/>
          </a:xfrm>
        </p:grpSpPr>
        <p:cxnSp>
          <p:nvCxnSpPr>
            <p:cNvPr id="75" name="Google Shape;75;p11"/>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76" name="Google Shape;76;p11"/>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720000" y="5442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0" name="Google Shape;110;p16"/>
          <p:cNvSpPr txBox="1">
            <a:spLocks noGrp="1"/>
          </p:cNvSpPr>
          <p:nvPr>
            <p:ph type="subTitle" idx="1"/>
          </p:nvPr>
        </p:nvSpPr>
        <p:spPr>
          <a:xfrm>
            <a:off x="4779968" y="1431100"/>
            <a:ext cx="3644100" cy="299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b="0"/>
            </a:lvl1pPr>
            <a:lvl2pPr lvl="1" algn="ctr" rtl="0">
              <a:lnSpc>
                <a:spcPct val="100000"/>
              </a:lnSpc>
              <a:spcBef>
                <a:spcPts val="0"/>
              </a:spcBef>
              <a:spcAft>
                <a:spcPts val="0"/>
              </a:spcAft>
              <a:buSzPts val="1100"/>
              <a:buNone/>
              <a:defRPr sz="1100"/>
            </a:lvl2pPr>
            <a:lvl3pPr lvl="2" algn="ctr" rtl="0">
              <a:lnSpc>
                <a:spcPct val="100000"/>
              </a:lnSpc>
              <a:spcBef>
                <a:spcPts val="0"/>
              </a:spcBef>
              <a:spcAft>
                <a:spcPts val="0"/>
              </a:spcAft>
              <a:buSzPts val="1100"/>
              <a:buNone/>
              <a:defRPr sz="1100"/>
            </a:lvl3pPr>
            <a:lvl4pPr lvl="3" algn="ctr" rtl="0">
              <a:lnSpc>
                <a:spcPct val="100000"/>
              </a:lnSpc>
              <a:spcBef>
                <a:spcPts val="0"/>
              </a:spcBef>
              <a:spcAft>
                <a:spcPts val="0"/>
              </a:spcAft>
              <a:buSzPts val="1100"/>
              <a:buNone/>
              <a:defRPr sz="1100"/>
            </a:lvl4pPr>
            <a:lvl5pPr lvl="4" algn="ctr" rtl="0">
              <a:lnSpc>
                <a:spcPct val="100000"/>
              </a:lnSpc>
              <a:spcBef>
                <a:spcPts val="0"/>
              </a:spcBef>
              <a:spcAft>
                <a:spcPts val="0"/>
              </a:spcAft>
              <a:buSzPts val="1100"/>
              <a:buNone/>
              <a:defRPr sz="1100"/>
            </a:lvl5pPr>
            <a:lvl6pPr lvl="5" algn="ctr" rtl="0">
              <a:lnSpc>
                <a:spcPct val="100000"/>
              </a:lnSpc>
              <a:spcBef>
                <a:spcPts val="0"/>
              </a:spcBef>
              <a:spcAft>
                <a:spcPts val="0"/>
              </a:spcAft>
              <a:buSzPts val="1100"/>
              <a:buNone/>
              <a:defRPr sz="1100"/>
            </a:lvl6pPr>
            <a:lvl7pPr lvl="6" algn="ctr" rtl="0">
              <a:lnSpc>
                <a:spcPct val="100000"/>
              </a:lnSpc>
              <a:spcBef>
                <a:spcPts val="0"/>
              </a:spcBef>
              <a:spcAft>
                <a:spcPts val="0"/>
              </a:spcAft>
              <a:buSzPts val="1100"/>
              <a:buNone/>
              <a:defRPr sz="1100"/>
            </a:lvl7pPr>
            <a:lvl8pPr lvl="7" algn="ctr" rtl="0">
              <a:lnSpc>
                <a:spcPct val="100000"/>
              </a:lnSpc>
              <a:spcBef>
                <a:spcPts val="0"/>
              </a:spcBef>
              <a:spcAft>
                <a:spcPts val="0"/>
              </a:spcAft>
              <a:buSzPts val="1100"/>
              <a:buNone/>
              <a:defRPr sz="1100"/>
            </a:lvl8pPr>
            <a:lvl9pPr lvl="8" algn="ctr" rtl="0">
              <a:lnSpc>
                <a:spcPct val="100000"/>
              </a:lnSpc>
              <a:spcBef>
                <a:spcPts val="0"/>
              </a:spcBef>
              <a:spcAft>
                <a:spcPts val="0"/>
              </a:spcAft>
              <a:buSzPts val="1100"/>
              <a:buNone/>
              <a:defRPr sz="1100"/>
            </a:lvl9pPr>
          </a:lstStyle>
          <a:p>
            <a:endParaRPr/>
          </a:p>
        </p:txBody>
      </p:sp>
      <p:sp>
        <p:nvSpPr>
          <p:cNvPr id="111" name="Google Shape;111;p16"/>
          <p:cNvSpPr txBox="1">
            <a:spLocks noGrp="1"/>
          </p:cNvSpPr>
          <p:nvPr>
            <p:ph type="subTitle" idx="2"/>
          </p:nvPr>
        </p:nvSpPr>
        <p:spPr>
          <a:xfrm>
            <a:off x="719932" y="1431100"/>
            <a:ext cx="3644100" cy="299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b="0"/>
            </a:lvl1pPr>
            <a:lvl2pPr lvl="1" algn="ctr" rtl="0">
              <a:lnSpc>
                <a:spcPct val="100000"/>
              </a:lnSpc>
              <a:spcBef>
                <a:spcPts val="0"/>
              </a:spcBef>
              <a:spcAft>
                <a:spcPts val="0"/>
              </a:spcAft>
              <a:buSzPts val="1100"/>
              <a:buNone/>
              <a:defRPr sz="1100"/>
            </a:lvl2pPr>
            <a:lvl3pPr lvl="2" algn="ctr" rtl="0">
              <a:lnSpc>
                <a:spcPct val="100000"/>
              </a:lnSpc>
              <a:spcBef>
                <a:spcPts val="0"/>
              </a:spcBef>
              <a:spcAft>
                <a:spcPts val="0"/>
              </a:spcAft>
              <a:buSzPts val="1100"/>
              <a:buNone/>
              <a:defRPr sz="1100"/>
            </a:lvl3pPr>
            <a:lvl4pPr lvl="3" algn="ctr" rtl="0">
              <a:lnSpc>
                <a:spcPct val="100000"/>
              </a:lnSpc>
              <a:spcBef>
                <a:spcPts val="0"/>
              </a:spcBef>
              <a:spcAft>
                <a:spcPts val="0"/>
              </a:spcAft>
              <a:buSzPts val="1100"/>
              <a:buNone/>
              <a:defRPr sz="1100"/>
            </a:lvl4pPr>
            <a:lvl5pPr lvl="4" algn="ctr" rtl="0">
              <a:lnSpc>
                <a:spcPct val="100000"/>
              </a:lnSpc>
              <a:spcBef>
                <a:spcPts val="0"/>
              </a:spcBef>
              <a:spcAft>
                <a:spcPts val="0"/>
              </a:spcAft>
              <a:buSzPts val="1100"/>
              <a:buNone/>
              <a:defRPr sz="1100"/>
            </a:lvl5pPr>
            <a:lvl6pPr lvl="5" algn="ctr" rtl="0">
              <a:lnSpc>
                <a:spcPct val="100000"/>
              </a:lnSpc>
              <a:spcBef>
                <a:spcPts val="0"/>
              </a:spcBef>
              <a:spcAft>
                <a:spcPts val="0"/>
              </a:spcAft>
              <a:buSzPts val="1100"/>
              <a:buNone/>
              <a:defRPr sz="1100"/>
            </a:lvl6pPr>
            <a:lvl7pPr lvl="6" algn="ctr" rtl="0">
              <a:lnSpc>
                <a:spcPct val="100000"/>
              </a:lnSpc>
              <a:spcBef>
                <a:spcPts val="0"/>
              </a:spcBef>
              <a:spcAft>
                <a:spcPts val="0"/>
              </a:spcAft>
              <a:buSzPts val="1100"/>
              <a:buNone/>
              <a:defRPr sz="1100"/>
            </a:lvl7pPr>
            <a:lvl8pPr lvl="7" algn="ctr" rtl="0">
              <a:lnSpc>
                <a:spcPct val="100000"/>
              </a:lnSpc>
              <a:spcBef>
                <a:spcPts val="0"/>
              </a:spcBef>
              <a:spcAft>
                <a:spcPts val="0"/>
              </a:spcAft>
              <a:buSzPts val="1100"/>
              <a:buNone/>
              <a:defRPr sz="1100"/>
            </a:lvl8pPr>
            <a:lvl9pPr lvl="8" algn="ctr" rtl="0">
              <a:lnSpc>
                <a:spcPct val="100000"/>
              </a:lnSpc>
              <a:spcBef>
                <a:spcPts val="0"/>
              </a:spcBef>
              <a:spcAft>
                <a:spcPts val="0"/>
              </a:spcAft>
              <a:buSzPts val="1100"/>
              <a:buNone/>
              <a:defRPr sz="1100"/>
            </a:lvl9pPr>
          </a:lstStyle>
          <a:p>
            <a:endParaRPr/>
          </a:p>
        </p:txBody>
      </p:sp>
      <p:sp>
        <p:nvSpPr>
          <p:cNvPr id="112" name="Google Shape;112;p16"/>
          <p:cNvSpPr/>
          <p:nvPr/>
        </p:nvSpPr>
        <p:spPr>
          <a:xfrm flipH="1">
            <a:off x="6750" y="460400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 name="Google Shape;113;p16"/>
          <p:cNvGrpSpPr/>
          <p:nvPr/>
        </p:nvGrpSpPr>
        <p:grpSpPr>
          <a:xfrm>
            <a:off x="711150" y="426450"/>
            <a:ext cx="7721700" cy="113050"/>
            <a:chOff x="720125" y="3734875"/>
            <a:chExt cx="7721700" cy="113050"/>
          </a:xfrm>
        </p:grpSpPr>
        <p:cxnSp>
          <p:nvCxnSpPr>
            <p:cNvPr id="114" name="Google Shape;114;p16"/>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115" name="Google Shape;115;p16"/>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3_1_1">
    <p:spTree>
      <p:nvGrpSpPr>
        <p:cNvPr id="1" name="Shape 124"/>
        <p:cNvGrpSpPr/>
        <p:nvPr/>
      </p:nvGrpSpPr>
      <p:grpSpPr>
        <a:xfrm>
          <a:off x="0" y="0"/>
          <a:ext cx="0" cy="0"/>
          <a:chOff x="0" y="0"/>
          <a:chExt cx="0" cy="0"/>
        </a:xfrm>
      </p:grpSpPr>
      <p:grpSp>
        <p:nvGrpSpPr>
          <p:cNvPr id="125" name="Google Shape;125;p18"/>
          <p:cNvGrpSpPr/>
          <p:nvPr/>
        </p:nvGrpSpPr>
        <p:grpSpPr>
          <a:xfrm>
            <a:off x="711150" y="426450"/>
            <a:ext cx="7721700" cy="4290600"/>
            <a:chOff x="711150" y="426450"/>
            <a:chExt cx="7721700" cy="4290600"/>
          </a:xfrm>
        </p:grpSpPr>
        <p:grpSp>
          <p:nvGrpSpPr>
            <p:cNvPr id="126" name="Google Shape;126;p18"/>
            <p:cNvGrpSpPr/>
            <p:nvPr/>
          </p:nvGrpSpPr>
          <p:grpSpPr>
            <a:xfrm>
              <a:off x="711150" y="426450"/>
              <a:ext cx="7721700" cy="113050"/>
              <a:chOff x="711150" y="426450"/>
              <a:chExt cx="7721700" cy="113050"/>
            </a:xfrm>
          </p:grpSpPr>
          <p:cxnSp>
            <p:nvCxnSpPr>
              <p:cNvPr id="127" name="Google Shape;127;p18"/>
              <p:cNvCxnSpPr/>
              <p:nvPr/>
            </p:nvCxnSpPr>
            <p:spPr>
              <a:xfrm rot="10800000">
                <a:off x="711150" y="426450"/>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128" name="Google Shape;128;p18"/>
              <p:cNvCxnSpPr/>
              <p:nvPr/>
            </p:nvCxnSpPr>
            <p:spPr>
              <a:xfrm rot="10800000">
                <a:off x="711150" y="539500"/>
                <a:ext cx="7721700" cy="0"/>
              </a:xfrm>
              <a:prstGeom prst="straightConnector1">
                <a:avLst/>
              </a:prstGeom>
              <a:noFill/>
              <a:ln w="9525" cap="flat" cmpd="sng">
                <a:solidFill>
                  <a:schemeClr val="dk2"/>
                </a:solidFill>
                <a:prstDash val="solid"/>
                <a:round/>
                <a:headEnd type="none" w="med" len="med"/>
                <a:tailEnd type="none" w="med" len="med"/>
              </a:ln>
            </p:spPr>
          </p:cxnSp>
        </p:grpSp>
        <p:grpSp>
          <p:nvGrpSpPr>
            <p:cNvPr id="129" name="Google Shape;129;p18"/>
            <p:cNvGrpSpPr/>
            <p:nvPr/>
          </p:nvGrpSpPr>
          <p:grpSpPr>
            <a:xfrm>
              <a:off x="711150" y="4604000"/>
              <a:ext cx="7721700" cy="113050"/>
              <a:chOff x="711150" y="426450"/>
              <a:chExt cx="7721700" cy="113050"/>
            </a:xfrm>
          </p:grpSpPr>
          <p:cxnSp>
            <p:nvCxnSpPr>
              <p:cNvPr id="130" name="Google Shape;130;p18"/>
              <p:cNvCxnSpPr/>
              <p:nvPr/>
            </p:nvCxnSpPr>
            <p:spPr>
              <a:xfrm rot="10800000">
                <a:off x="711150" y="426450"/>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131" name="Google Shape;131;p18"/>
              <p:cNvCxnSpPr/>
              <p:nvPr/>
            </p:nvCxnSpPr>
            <p:spPr>
              <a:xfrm rot="10800000">
                <a:off x="711150" y="539500"/>
                <a:ext cx="7721700" cy="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3_1_1_1">
    <p:spTree>
      <p:nvGrpSpPr>
        <p:cNvPr id="1" name="Shape 132"/>
        <p:cNvGrpSpPr/>
        <p:nvPr/>
      </p:nvGrpSpPr>
      <p:grpSpPr>
        <a:xfrm>
          <a:off x="0" y="0"/>
          <a:ext cx="0" cy="0"/>
          <a:chOff x="0" y="0"/>
          <a:chExt cx="0" cy="0"/>
        </a:xfrm>
      </p:grpSpPr>
      <p:grpSp>
        <p:nvGrpSpPr>
          <p:cNvPr id="133" name="Google Shape;133;p19"/>
          <p:cNvGrpSpPr/>
          <p:nvPr/>
        </p:nvGrpSpPr>
        <p:grpSpPr>
          <a:xfrm>
            <a:off x="0" y="0"/>
            <a:ext cx="9150750" cy="5143400"/>
            <a:chOff x="0" y="0"/>
            <a:chExt cx="9150750" cy="5143400"/>
          </a:xfrm>
        </p:grpSpPr>
        <p:sp>
          <p:nvSpPr>
            <p:cNvPr id="134" name="Google Shape;134;p19"/>
            <p:cNvSpPr/>
            <p:nvPr/>
          </p:nvSpPr>
          <p:spPr>
            <a:xfrm>
              <a:off x="6750" y="460400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9"/>
            <p:cNvSpPr/>
            <p:nvPr/>
          </p:nvSpPr>
          <p:spPr>
            <a:xfrm>
              <a:off x="0" y="0"/>
              <a:ext cx="9144000" cy="53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Ultra"/>
              <a:buNone/>
              <a:defRPr sz="3000">
                <a:solidFill>
                  <a:schemeClr val="dk1"/>
                </a:solidFill>
                <a:latin typeface="Ultra"/>
                <a:ea typeface="Ultra"/>
                <a:cs typeface="Ultra"/>
                <a:sym typeface="Ultra"/>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marL="914400" lvl="1" indent="-317500">
              <a:lnSpc>
                <a:spcPct val="115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marL="1371600" lvl="2" indent="-317500">
              <a:lnSpc>
                <a:spcPct val="115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marL="1828800" lvl="3" indent="-317500">
              <a:lnSpc>
                <a:spcPct val="115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marL="2286000" lvl="4" indent="-317500">
              <a:lnSpc>
                <a:spcPct val="115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marL="2743200" lvl="5" indent="-317500">
              <a:lnSpc>
                <a:spcPct val="115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marL="3200400" lvl="6" indent="-317500">
              <a:lnSpc>
                <a:spcPct val="115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marL="3657600" lvl="7" indent="-317500">
              <a:lnSpc>
                <a:spcPct val="115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marL="4114800" lvl="8" indent="-317500">
              <a:lnSpc>
                <a:spcPct val="115000"/>
              </a:lnSpc>
              <a:spcBef>
                <a:spcPts val="1600"/>
              </a:spcBef>
              <a:spcAft>
                <a:spcPts val="1600"/>
              </a:spcAft>
              <a:buClr>
                <a:schemeClr val="dk1"/>
              </a:buClr>
              <a:buSzPts val="1400"/>
              <a:buFont typeface="Albert Sans"/>
              <a:buChar char="■"/>
              <a:defRPr>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5" r:id="rId4"/>
    <p:sldLayoutId id="2147483657" r:id="rId5"/>
    <p:sldLayoutId id="2147483662" r:id="rId6"/>
    <p:sldLayoutId id="2147483664" r:id="rId7"/>
    <p:sldLayoutId id="2147483665"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ctrTitle"/>
          </p:nvPr>
        </p:nvSpPr>
        <p:spPr>
          <a:xfrm>
            <a:off x="720000" y="844300"/>
            <a:ext cx="5234700" cy="3018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D" sz="4000" dirty="0"/>
              <a:t>Whitebox Testing, Unit Testing, dan CI/CD </a:t>
            </a:r>
            <a:r>
              <a:rPr lang="en-ID" sz="4000" dirty="0" err="1"/>
              <a:t>dalam</a:t>
            </a:r>
            <a:r>
              <a:rPr lang="en-ID" sz="4000" dirty="0"/>
              <a:t> Python</a:t>
            </a:r>
            <a:endParaRPr sz="4000" dirty="0">
              <a:solidFill>
                <a:schemeClr val="dk2"/>
              </a:solidFill>
            </a:endParaRPr>
          </a:p>
        </p:txBody>
      </p:sp>
      <p:sp>
        <p:nvSpPr>
          <p:cNvPr id="147" name="Google Shape;147;p23"/>
          <p:cNvSpPr txBox="1">
            <a:spLocks noGrp="1"/>
          </p:cNvSpPr>
          <p:nvPr>
            <p:ph type="subTitle" idx="1"/>
          </p:nvPr>
        </p:nvSpPr>
        <p:spPr>
          <a:xfrm>
            <a:off x="6130325" y="2935390"/>
            <a:ext cx="2300400" cy="92711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3600" b="1" dirty="0"/>
              <a:t>ASHARI</a:t>
            </a:r>
            <a:endParaRPr sz="3600" b="1" dirty="0"/>
          </a:p>
        </p:txBody>
      </p:sp>
      <p:cxnSp>
        <p:nvCxnSpPr>
          <p:cNvPr id="148" name="Google Shape;148;p23"/>
          <p:cNvCxnSpPr/>
          <p:nvPr/>
        </p:nvCxnSpPr>
        <p:spPr>
          <a:xfrm>
            <a:off x="5954575" y="862800"/>
            <a:ext cx="0" cy="2961600"/>
          </a:xfrm>
          <a:prstGeom prst="straightConnector1">
            <a:avLst/>
          </a:prstGeom>
          <a:noFill/>
          <a:ln w="9525" cap="flat" cmpd="sng">
            <a:solidFill>
              <a:schemeClr val="dk2"/>
            </a:solidFill>
            <a:prstDash val="solid"/>
            <a:round/>
            <a:headEnd type="none" w="med" len="med"/>
            <a:tailEnd type="none" w="med" len="med"/>
          </a:ln>
        </p:spPr>
      </p:cxnSp>
      <p:grpSp>
        <p:nvGrpSpPr>
          <p:cNvPr id="149" name="Google Shape;149;p23"/>
          <p:cNvGrpSpPr/>
          <p:nvPr/>
        </p:nvGrpSpPr>
        <p:grpSpPr>
          <a:xfrm>
            <a:off x="720125" y="4192075"/>
            <a:ext cx="7721700" cy="113050"/>
            <a:chOff x="720125" y="3734875"/>
            <a:chExt cx="7721700" cy="113050"/>
          </a:xfrm>
        </p:grpSpPr>
        <p:cxnSp>
          <p:nvCxnSpPr>
            <p:cNvPr id="150" name="Google Shape;150;p23"/>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151" name="Google Shape;151;p23"/>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grpSp>
        <p:nvGrpSpPr>
          <p:cNvPr id="152" name="Google Shape;152;p23"/>
          <p:cNvGrpSpPr/>
          <p:nvPr/>
        </p:nvGrpSpPr>
        <p:grpSpPr>
          <a:xfrm>
            <a:off x="6170821" y="2710875"/>
            <a:ext cx="2261686" cy="113050"/>
            <a:chOff x="720125" y="3734875"/>
            <a:chExt cx="7721700" cy="113050"/>
          </a:xfrm>
        </p:grpSpPr>
        <p:cxnSp>
          <p:nvCxnSpPr>
            <p:cNvPr id="153" name="Google Shape;153;p23"/>
            <p:cNvCxnSpPr/>
            <p:nvPr/>
          </p:nvCxnSpPr>
          <p:spPr>
            <a:xfrm rot="10800000">
              <a:off x="720125" y="3734875"/>
              <a:ext cx="7721700" cy="0"/>
            </a:xfrm>
            <a:prstGeom prst="straightConnector1">
              <a:avLst/>
            </a:prstGeom>
            <a:noFill/>
            <a:ln w="9525" cap="flat" cmpd="sng">
              <a:solidFill>
                <a:schemeClr val="dk2"/>
              </a:solidFill>
              <a:prstDash val="solid"/>
              <a:round/>
              <a:headEnd type="none" w="med" len="med"/>
              <a:tailEnd type="none" w="med" len="med"/>
            </a:ln>
          </p:spPr>
        </p:cxnSp>
        <p:cxnSp>
          <p:nvCxnSpPr>
            <p:cNvPr id="154" name="Google Shape;154;p23"/>
            <p:cNvCxnSpPr/>
            <p:nvPr/>
          </p:nvCxnSpPr>
          <p:spPr>
            <a:xfrm rot="10800000">
              <a:off x="720125" y="3847925"/>
              <a:ext cx="7721700" cy="0"/>
            </a:xfrm>
            <a:prstGeom prst="straightConnector1">
              <a:avLst/>
            </a:prstGeom>
            <a:noFill/>
            <a:ln w="9525" cap="flat" cmpd="sng">
              <a:solidFill>
                <a:schemeClr val="dk2"/>
              </a:solidFill>
              <a:prstDash val="solid"/>
              <a:round/>
              <a:headEnd type="none" w="med" len="med"/>
              <a:tailEnd type="none" w="med" len="med"/>
            </a:ln>
          </p:spPr>
        </p:cxnSp>
      </p:grpSp>
      <p:grpSp>
        <p:nvGrpSpPr>
          <p:cNvPr id="155" name="Google Shape;155;p23"/>
          <p:cNvGrpSpPr/>
          <p:nvPr/>
        </p:nvGrpSpPr>
        <p:grpSpPr>
          <a:xfrm>
            <a:off x="6247033" y="1021215"/>
            <a:ext cx="2101880" cy="1546500"/>
            <a:chOff x="6247033" y="1021215"/>
            <a:chExt cx="2101880" cy="1546500"/>
          </a:xfrm>
        </p:grpSpPr>
        <p:grpSp>
          <p:nvGrpSpPr>
            <p:cNvPr id="156" name="Google Shape;156;p23"/>
            <p:cNvGrpSpPr/>
            <p:nvPr/>
          </p:nvGrpSpPr>
          <p:grpSpPr>
            <a:xfrm>
              <a:off x="6247033" y="1021215"/>
              <a:ext cx="2101880" cy="98700"/>
              <a:chOff x="6170833" y="716415"/>
              <a:chExt cx="2101880" cy="98700"/>
            </a:xfrm>
          </p:grpSpPr>
          <p:sp>
            <p:nvSpPr>
              <p:cNvPr id="157" name="Google Shape;157;p23"/>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3"/>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3"/>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3"/>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3"/>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3"/>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3"/>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3"/>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3"/>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 name="Google Shape;166;p23"/>
            <p:cNvGrpSpPr/>
            <p:nvPr/>
          </p:nvGrpSpPr>
          <p:grpSpPr>
            <a:xfrm>
              <a:off x="6247033" y="1228043"/>
              <a:ext cx="2101880" cy="98700"/>
              <a:chOff x="6170833" y="716415"/>
              <a:chExt cx="2101880" cy="98700"/>
            </a:xfrm>
          </p:grpSpPr>
          <p:sp>
            <p:nvSpPr>
              <p:cNvPr id="167" name="Google Shape;167;p23"/>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3"/>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3"/>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3"/>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3"/>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3"/>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3"/>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3"/>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3"/>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 name="Google Shape;176;p23"/>
            <p:cNvGrpSpPr/>
            <p:nvPr/>
          </p:nvGrpSpPr>
          <p:grpSpPr>
            <a:xfrm>
              <a:off x="6247033" y="1434872"/>
              <a:ext cx="2101880" cy="98700"/>
              <a:chOff x="6170833" y="716415"/>
              <a:chExt cx="2101880" cy="98700"/>
            </a:xfrm>
          </p:grpSpPr>
          <p:sp>
            <p:nvSpPr>
              <p:cNvPr id="177" name="Google Shape;177;p23"/>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3"/>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3"/>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3"/>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3"/>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3"/>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3"/>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3"/>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3"/>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 name="Google Shape;186;p23"/>
            <p:cNvGrpSpPr/>
            <p:nvPr/>
          </p:nvGrpSpPr>
          <p:grpSpPr>
            <a:xfrm>
              <a:off x="6247033" y="1641700"/>
              <a:ext cx="2101880" cy="98700"/>
              <a:chOff x="6170833" y="716415"/>
              <a:chExt cx="2101880" cy="98700"/>
            </a:xfrm>
          </p:grpSpPr>
          <p:sp>
            <p:nvSpPr>
              <p:cNvPr id="187" name="Google Shape;187;p23"/>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3"/>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3"/>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3"/>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3"/>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3"/>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3"/>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3"/>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3"/>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 name="Google Shape;196;p23"/>
            <p:cNvGrpSpPr/>
            <p:nvPr/>
          </p:nvGrpSpPr>
          <p:grpSpPr>
            <a:xfrm>
              <a:off x="6247033" y="1848529"/>
              <a:ext cx="2101880" cy="98700"/>
              <a:chOff x="6170833" y="716415"/>
              <a:chExt cx="2101880" cy="98700"/>
            </a:xfrm>
          </p:grpSpPr>
          <p:sp>
            <p:nvSpPr>
              <p:cNvPr id="197" name="Google Shape;197;p23"/>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3"/>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3"/>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3"/>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3"/>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3"/>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3"/>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3"/>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3"/>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 name="Google Shape;206;p23"/>
            <p:cNvGrpSpPr/>
            <p:nvPr/>
          </p:nvGrpSpPr>
          <p:grpSpPr>
            <a:xfrm>
              <a:off x="6247033" y="2055358"/>
              <a:ext cx="2101880" cy="98700"/>
              <a:chOff x="6170833" y="716415"/>
              <a:chExt cx="2101880" cy="98700"/>
            </a:xfrm>
          </p:grpSpPr>
          <p:sp>
            <p:nvSpPr>
              <p:cNvPr id="207" name="Google Shape;207;p23"/>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3"/>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3"/>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3"/>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3"/>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3"/>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3"/>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3"/>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3"/>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 name="Google Shape;216;p23"/>
            <p:cNvGrpSpPr/>
            <p:nvPr/>
          </p:nvGrpSpPr>
          <p:grpSpPr>
            <a:xfrm>
              <a:off x="6247033" y="2262186"/>
              <a:ext cx="2101880" cy="98700"/>
              <a:chOff x="6170833" y="716415"/>
              <a:chExt cx="2101880" cy="98700"/>
            </a:xfrm>
          </p:grpSpPr>
          <p:sp>
            <p:nvSpPr>
              <p:cNvPr id="217" name="Google Shape;217;p23"/>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3"/>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3"/>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3"/>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3"/>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3"/>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3"/>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3"/>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3"/>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 name="Google Shape;226;p23"/>
            <p:cNvGrpSpPr/>
            <p:nvPr/>
          </p:nvGrpSpPr>
          <p:grpSpPr>
            <a:xfrm>
              <a:off x="6247033" y="2469015"/>
              <a:ext cx="2101880" cy="98700"/>
              <a:chOff x="6170833" y="716415"/>
              <a:chExt cx="2101880" cy="98700"/>
            </a:xfrm>
          </p:grpSpPr>
          <p:sp>
            <p:nvSpPr>
              <p:cNvPr id="227" name="Google Shape;227;p23"/>
              <p:cNvSpPr/>
              <p:nvPr/>
            </p:nvSpPr>
            <p:spPr>
              <a:xfrm>
                <a:off x="617083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3"/>
              <p:cNvSpPr/>
              <p:nvPr/>
            </p:nvSpPr>
            <p:spPr>
              <a:xfrm>
                <a:off x="6421236"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3"/>
              <p:cNvSpPr/>
              <p:nvPr/>
            </p:nvSpPr>
            <p:spPr>
              <a:xfrm>
                <a:off x="6671639"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3"/>
              <p:cNvSpPr/>
              <p:nvPr/>
            </p:nvSpPr>
            <p:spPr>
              <a:xfrm>
                <a:off x="692204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3"/>
              <p:cNvSpPr/>
              <p:nvPr/>
            </p:nvSpPr>
            <p:spPr>
              <a:xfrm>
                <a:off x="717244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3"/>
              <p:cNvSpPr/>
              <p:nvPr/>
            </p:nvSpPr>
            <p:spPr>
              <a:xfrm>
                <a:off x="7422848"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3"/>
              <p:cNvSpPr/>
              <p:nvPr/>
            </p:nvSpPr>
            <p:spPr>
              <a:xfrm>
                <a:off x="7673252"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3"/>
              <p:cNvSpPr/>
              <p:nvPr/>
            </p:nvSpPr>
            <p:spPr>
              <a:xfrm>
                <a:off x="7923655"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3"/>
              <p:cNvSpPr/>
              <p:nvPr/>
            </p:nvSpPr>
            <p:spPr>
              <a:xfrm>
                <a:off x="8174013" y="716415"/>
                <a:ext cx="987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Picture 2">
            <a:extLst>
              <a:ext uri="{FF2B5EF4-FFF2-40B4-BE49-F238E27FC236}">
                <a16:creationId xmlns:a16="http://schemas.microsoft.com/office/drawing/2014/main" id="{F161976C-265A-564F-03F6-DDC9265E7A99}"/>
              </a:ext>
            </a:extLst>
          </p:cNvPr>
          <p:cNvPicPr>
            <a:picLocks noChangeAspect="1"/>
          </p:cNvPicPr>
          <p:nvPr/>
        </p:nvPicPr>
        <p:blipFill>
          <a:blip r:embed="rId3"/>
          <a:stretch>
            <a:fillRect/>
          </a:stretch>
        </p:blipFill>
        <p:spPr>
          <a:xfrm>
            <a:off x="5044699" y="634673"/>
            <a:ext cx="3397126" cy="21876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2EE3-3D70-E426-B125-9F65FEDFEA7E}"/>
              </a:ext>
            </a:extLst>
          </p:cNvPr>
          <p:cNvSpPr>
            <a:spLocks noGrp="1"/>
          </p:cNvSpPr>
          <p:nvPr>
            <p:ph type="title"/>
          </p:nvPr>
        </p:nvSpPr>
        <p:spPr>
          <a:xfrm>
            <a:off x="712921" y="503695"/>
            <a:ext cx="7741403" cy="2425485"/>
          </a:xfrm>
        </p:spPr>
        <p:txBody>
          <a:bodyPr/>
          <a:lstStyle/>
          <a:p>
            <a:r>
              <a:rPr lang="en-ID" sz="1800" dirty="0" err="1">
                <a:effectLst/>
              </a:rPr>
              <a:t>Pendahuluan</a:t>
            </a:r>
            <a:br>
              <a:rPr lang="en-ID" sz="1800" dirty="0"/>
            </a:br>
            <a:r>
              <a:rPr lang="en-ID" sz="1200" dirty="0">
                <a:effectLst/>
              </a:rPr>
              <a:t>Whitebox testing dan unit testing </a:t>
            </a:r>
            <a:r>
              <a:rPr lang="en-ID" sz="1200" dirty="0" err="1">
                <a:effectLst/>
              </a:rPr>
              <a:t>merupakan</a:t>
            </a:r>
            <a:r>
              <a:rPr lang="en-ID" sz="1200" dirty="0">
                <a:effectLst/>
              </a:rPr>
              <a:t> </a:t>
            </a:r>
            <a:r>
              <a:rPr lang="en-ID" sz="1200" dirty="0" err="1">
                <a:effectLst/>
              </a:rPr>
              <a:t>bagian</a:t>
            </a:r>
            <a:r>
              <a:rPr lang="en-ID" sz="1200" dirty="0">
                <a:effectLst/>
              </a:rPr>
              <a:t> </a:t>
            </a:r>
            <a:r>
              <a:rPr lang="en-ID" sz="1200" dirty="0" err="1">
                <a:effectLst/>
              </a:rPr>
              <a:t>penting</a:t>
            </a:r>
            <a:r>
              <a:rPr lang="en-ID" sz="1200" dirty="0">
                <a:effectLst/>
              </a:rPr>
              <a:t> </a:t>
            </a:r>
            <a:r>
              <a:rPr lang="en-ID" sz="1200" dirty="0" err="1">
                <a:effectLst/>
              </a:rPr>
              <a:t>dari</a:t>
            </a:r>
            <a:r>
              <a:rPr lang="en-ID" sz="1200" dirty="0">
                <a:effectLst/>
              </a:rPr>
              <a:t> proses </a:t>
            </a:r>
            <a:r>
              <a:rPr lang="en-ID" sz="1200" dirty="0" err="1">
                <a:effectLst/>
              </a:rPr>
              <a:t>pengembangan</a:t>
            </a:r>
            <a:r>
              <a:rPr lang="en-ID" sz="1200" dirty="0">
                <a:effectLst/>
              </a:rPr>
              <a:t> </a:t>
            </a:r>
            <a:r>
              <a:rPr lang="en-ID" sz="1200" dirty="0" err="1">
                <a:effectLst/>
              </a:rPr>
              <a:t>perangkat</a:t>
            </a:r>
            <a:r>
              <a:rPr lang="en-ID" sz="1200" dirty="0">
                <a:effectLst/>
              </a:rPr>
              <a:t> </a:t>
            </a:r>
            <a:r>
              <a:rPr lang="en-ID" sz="1200" dirty="0" err="1">
                <a:effectLst/>
              </a:rPr>
              <a:t>lunak</a:t>
            </a:r>
            <a:r>
              <a:rPr lang="en-ID" sz="1200" dirty="0">
                <a:effectLst/>
              </a:rPr>
              <a:t>. </a:t>
            </a:r>
            <a:r>
              <a:rPr lang="en-ID" sz="1200" dirty="0" err="1">
                <a:effectLst/>
              </a:rPr>
              <a:t>Dalam</a:t>
            </a:r>
            <a:r>
              <a:rPr lang="en-ID" sz="1200" dirty="0">
                <a:effectLst/>
              </a:rPr>
              <a:t> </a:t>
            </a:r>
            <a:r>
              <a:rPr lang="en-ID" sz="1200" dirty="0" err="1">
                <a:effectLst/>
              </a:rPr>
              <a:t>presentasi</a:t>
            </a:r>
            <a:r>
              <a:rPr lang="en-ID" sz="1200" dirty="0">
                <a:effectLst/>
              </a:rPr>
              <a:t> </a:t>
            </a:r>
            <a:r>
              <a:rPr lang="en-ID" sz="1200" dirty="0" err="1">
                <a:effectLst/>
              </a:rPr>
              <a:t>ini</a:t>
            </a:r>
            <a:r>
              <a:rPr lang="en-ID" sz="1200" dirty="0">
                <a:effectLst/>
              </a:rPr>
              <a:t>, </a:t>
            </a:r>
            <a:r>
              <a:rPr lang="en-ID" sz="1200" dirty="0" err="1">
                <a:effectLst/>
              </a:rPr>
              <a:t>kita</a:t>
            </a:r>
            <a:r>
              <a:rPr lang="en-ID" sz="1200" dirty="0">
                <a:effectLst/>
              </a:rPr>
              <a:t> </a:t>
            </a:r>
            <a:r>
              <a:rPr lang="en-ID" sz="1200" dirty="0" err="1">
                <a:effectLst/>
              </a:rPr>
              <a:t>akan</a:t>
            </a:r>
            <a:r>
              <a:rPr lang="en-ID" sz="1200" dirty="0">
                <a:effectLst/>
              </a:rPr>
              <a:t> </a:t>
            </a:r>
            <a:r>
              <a:rPr lang="en-ID" sz="1200" dirty="0" err="1">
                <a:effectLst/>
              </a:rPr>
              <a:t>membahas</a:t>
            </a:r>
            <a:r>
              <a:rPr lang="en-ID" sz="1200" dirty="0">
                <a:effectLst/>
              </a:rPr>
              <a:t> </a:t>
            </a:r>
            <a:r>
              <a:rPr lang="en-ID" sz="1200" dirty="0" err="1">
                <a:effectLst/>
              </a:rPr>
              <a:t>tentang</a:t>
            </a:r>
            <a:r>
              <a:rPr lang="en-ID" sz="1200" dirty="0">
                <a:effectLst/>
              </a:rPr>
              <a:t> </a:t>
            </a:r>
            <a:r>
              <a:rPr lang="en-ID" sz="1200" dirty="0" err="1">
                <a:effectLst/>
              </a:rPr>
              <a:t>whitebox</a:t>
            </a:r>
            <a:r>
              <a:rPr lang="en-ID" sz="1200" dirty="0">
                <a:effectLst/>
              </a:rPr>
              <a:t> testing, unit testing, dan CI/CD </a:t>
            </a:r>
            <a:r>
              <a:rPr lang="en-ID" sz="1200" dirty="0" err="1">
                <a:effectLst/>
              </a:rPr>
              <a:t>dalam</a:t>
            </a:r>
            <a:r>
              <a:rPr lang="en-ID" sz="1200" dirty="0">
                <a:effectLst/>
              </a:rPr>
              <a:t> Python. </a:t>
            </a:r>
            <a:r>
              <a:rPr lang="en-ID" sz="1200" dirty="0" err="1">
                <a:effectLst/>
              </a:rPr>
              <a:t>Selain</a:t>
            </a:r>
            <a:r>
              <a:rPr lang="en-ID" sz="1200" dirty="0">
                <a:effectLst/>
              </a:rPr>
              <a:t> </a:t>
            </a:r>
            <a:r>
              <a:rPr lang="en-ID" sz="1200" dirty="0" err="1">
                <a:effectLst/>
              </a:rPr>
              <a:t>itu</a:t>
            </a:r>
            <a:r>
              <a:rPr lang="en-ID" sz="1200" dirty="0">
                <a:effectLst/>
              </a:rPr>
              <a:t>, </a:t>
            </a:r>
            <a:r>
              <a:rPr lang="en-ID" sz="1200" dirty="0" err="1">
                <a:effectLst/>
              </a:rPr>
              <a:t>kita</a:t>
            </a:r>
            <a:r>
              <a:rPr lang="en-ID" sz="1200" dirty="0">
                <a:effectLst/>
              </a:rPr>
              <a:t> juga </a:t>
            </a:r>
            <a:r>
              <a:rPr lang="en-ID" sz="1200" dirty="0" err="1">
                <a:effectLst/>
              </a:rPr>
              <a:t>akan</a:t>
            </a:r>
            <a:r>
              <a:rPr lang="en-ID" sz="1200" dirty="0">
                <a:effectLst/>
              </a:rPr>
              <a:t> </a:t>
            </a:r>
            <a:r>
              <a:rPr lang="en-ID" sz="1200" dirty="0" err="1">
                <a:effectLst/>
              </a:rPr>
              <a:t>melihat</a:t>
            </a:r>
            <a:r>
              <a:rPr lang="en-ID" sz="1200" dirty="0">
                <a:effectLst/>
              </a:rPr>
              <a:t> </a:t>
            </a:r>
            <a:r>
              <a:rPr lang="en-ID" sz="1200" dirty="0" err="1">
                <a:effectLst/>
              </a:rPr>
              <a:t>contoh</a:t>
            </a:r>
            <a:r>
              <a:rPr lang="en-ID" sz="1200" dirty="0">
                <a:effectLst/>
              </a:rPr>
              <a:t> </a:t>
            </a:r>
            <a:r>
              <a:rPr lang="en-ID" sz="1200" dirty="0" err="1">
                <a:effectLst/>
              </a:rPr>
              <a:t>implementasi</a:t>
            </a:r>
            <a:r>
              <a:rPr lang="en-ID" sz="1200" dirty="0">
                <a:effectLst/>
              </a:rPr>
              <a:t> dan </a:t>
            </a:r>
            <a:r>
              <a:rPr lang="en-ID" sz="1200" dirty="0" err="1">
                <a:effectLst/>
              </a:rPr>
              <a:t>konfigurasi</a:t>
            </a:r>
            <a:r>
              <a:rPr lang="en-ID" sz="1200" dirty="0">
                <a:effectLst/>
              </a:rPr>
              <a:t> CI/CD </a:t>
            </a:r>
            <a:r>
              <a:rPr lang="en-ID" sz="1200" dirty="0" err="1">
                <a:effectLst/>
              </a:rPr>
              <a:t>untuk</a:t>
            </a:r>
            <a:r>
              <a:rPr lang="en-ID" sz="1200" dirty="0">
                <a:effectLst/>
              </a:rPr>
              <a:t> project Python, </a:t>
            </a:r>
            <a:r>
              <a:rPr lang="en-ID" sz="1200" dirty="0" err="1">
                <a:effectLst/>
              </a:rPr>
              <a:t>serta</a:t>
            </a:r>
            <a:r>
              <a:rPr lang="en-ID" sz="1200" dirty="0">
                <a:effectLst/>
              </a:rPr>
              <a:t> </a:t>
            </a:r>
            <a:r>
              <a:rPr lang="en-ID" sz="1200" dirty="0" err="1">
                <a:effectLst/>
              </a:rPr>
              <a:t>referensi</a:t>
            </a:r>
            <a:r>
              <a:rPr lang="en-ID" sz="1200" dirty="0">
                <a:effectLst/>
              </a:rPr>
              <a:t> </a:t>
            </a:r>
            <a:r>
              <a:rPr lang="en-ID" sz="1200" dirty="0" err="1">
                <a:effectLst/>
              </a:rPr>
              <a:t>atau</a:t>
            </a:r>
            <a:r>
              <a:rPr lang="en-ID" sz="1200" dirty="0">
                <a:effectLst/>
              </a:rPr>
              <a:t> </a:t>
            </a:r>
            <a:r>
              <a:rPr lang="en-ID" sz="1200" dirty="0" err="1">
                <a:effectLst/>
              </a:rPr>
              <a:t>sumber</a:t>
            </a:r>
            <a:r>
              <a:rPr lang="en-ID" sz="1200" dirty="0">
                <a:effectLst/>
              </a:rPr>
              <a:t> </a:t>
            </a:r>
            <a:r>
              <a:rPr lang="en-ID" sz="1200" dirty="0" err="1">
                <a:effectLst/>
              </a:rPr>
              <a:t>materi</a:t>
            </a:r>
            <a:r>
              <a:rPr lang="en-ID" sz="1200" dirty="0">
                <a:effectLst/>
              </a:rPr>
              <a:t> yang </a:t>
            </a:r>
            <a:r>
              <a:rPr lang="en-ID" sz="1200" dirty="0" err="1">
                <a:effectLst/>
              </a:rPr>
              <a:t>digunakan</a:t>
            </a:r>
            <a:r>
              <a:rPr lang="en-ID" sz="1200" dirty="0">
                <a:effectLst/>
              </a:rPr>
              <a:t>.</a:t>
            </a:r>
            <a:br>
              <a:rPr lang="en-ID" sz="1200" dirty="0"/>
            </a:br>
            <a:endParaRPr lang="en-ID" sz="1200" dirty="0"/>
          </a:p>
        </p:txBody>
      </p:sp>
    </p:spTree>
    <p:extLst>
      <p:ext uri="{BB962C8B-B14F-4D97-AF65-F5344CB8AC3E}">
        <p14:creationId xmlns:p14="http://schemas.microsoft.com/office/powerpoint/2010/main" val="816127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72007-96B7-8364-27B6-7B036589AEC2}"/>
              </a:ext>
            </a:extLst>
          </p:cNvPr>
          <p:cNvSpPr>
            <a:spLocks noGrp="1"/>
          </p:cNvSpPr>
          <p:nvPr>
            <p:ph type="title"/>
          </p:nvPr>
        </p:nvSpPr>
        <p:spPr>
          <a:xfrm>
            <a:off x="720671" y="573437"/>
            <a:ext cx="7710407" cy="3409627"/>
          </a:xfrm>
        </p:spPr>
        <p:txBody>
          <a:bodyPr/>
          <a:lstStyle/>
          <a:p>
            <a:r>
              <a:rPr lang="en-ID" sz="2000" dirty="0"/>
              <a:t>Whitebox Testing</a:t>
            </a:r>
            <a:br>
              <a:rPr lang="en-ID" sz="2000" dirty="0"/>
            </a:br>
            <a:r>
              <a:rPr lang="en-ID" sz="1200" dirty="0">
                <a:effectLst/>
              </a:rPr>
              <a:t>Whitebox testing </a:t>
            </a:r>
            <a:r>
              <a:rPr lang="en-ID" sz="1200" dirty="0" err="1">
                <a:effectLst/>
              </a:rPr>
              <a:t>adalah</a:t>
            </a:r>
            <a:r>
              <a:rPr lang="en-ID" sz="1200" dirty="0">
                <a:effectLst/>
              </a:rPr>
              <a:t> </a:t>
            </a:r>
            <a:r>
              <a:rPr lang="en-ID" sz="1200" dirty="0" err="1">
                <a:effectLst/>
              </a:rPr>
              <a:t>metode</a:t>
            </a:r>
            <a:r>
              <a:rPr lang="en-ID" sz="1200" dirty="0">
                <a:effectLst/>
              </a:rPr>
              <a:t> </a:t>
            </a:r>
            <a:r>
              <a:rPr lang="en-ID" sz="1200" dirty="0" err="1">
                <a:effectLst/>
              </a:rPr>
              <a:t>pengujian</a:t>
            </a:r>
            <a:r>
              <a:rPr lang="en-ID" sz="1200" dirty="0">
                <a:effectLst/>
              </a:rPr>
              <a:t> </a:t>
            </a:r>
            <a:r>
              <a:rPr lang="en-ID" sz="1200" dirty="0" err="1">
                <a:effectLst/>
              </a:rPr>
              <a:t>perangkat</a:t>
            </a:r>
            <a:r>
              <a:rPr lang="en-ID" sz="1200" dirty="0">
                <a:effectLst/>
              </a:rPr>
              <a:t> </a:t>
            </a:r>
            <a:r>
              <a:rPr lang="en-ID" sz="1200" dirty="0" err="1">
                <a:effectLst/>
              </a:rPr>
              <a:t>lunak</a:t>
            </a:r>
            <a:r>
              <a:rPr lang="en-ID" sz="1200" dirty="0">
                <a:effectLst/>
              </a:rPr>
              <a:t> yang </a:t>
            </a:r>
            <a:r>
              <a:rPr lang="en-ID" sz="1200" dirty="0" err="1">
                <a:effectLst/>
              </a:rPr>
              <a:t>dilakukan</a:t>
            </a:r>
            <a:r>
              <a:rPr lang="en-ID" sz="1200" dirty="0">
                <a:effectLst/>
              </a:rPr>
              <a:t> </a:t>
            </a:r>
            <a:r>
              <a:rPr lang="en-ID" sz="1200" dirty="0" err="1">
                <a:effectLst/>
              </a:rPr>
              <a:t>dengan</a:t>
            </a:r>
            <a:r>
              <a:rPr lang="en-ID" sz="1200" dirty="0">
                <a:effectLst/>
              </a:rPr>
              <a:t> </a:t>
            </a:r>
            <a:r>
              <a:rPr lang="en-ID" sz="1200" dirty="0" err="1">
                <a:effectLst/>
              </a:rPr>
              <a:t>memeriksa</a:t>
            </a:r>
            <a:r>
              <a:rPr lang="en-ID" sz="1200" dirty="0">
                <a:effectLst/>
              </a:rPr>
              <a:t> </a:t>
            </a:r>
            <a:r>
              <a:rPr lang="en-ID" sz="1200" dirty="0" err="1">
                <a:effectLst/>
              </a:rPr>
              <a:t>struktur</a:t>
            </a:r>
            <a:r>
              <a:rPr lang="en-ID" sz="1200" dirty="0">
                <a:effectLst/>
              </a:rPr>
              <a:t> internal </a:t>
            </a:r>
            <a:r>
              <a:rPr lang="en-ID" sz="1200" dirty="0" err="1">
                <a:effectLst/>
              </a:rPr>
              <a:t>kode</a:t>
            </a:r>
            <a:r>
              <a:rPr lang="en-ID" sz="1200" dirty="0">
                <a:effectLst/>
              </a:rPr>
              <a:t> program. </a:t>
            </a:r>
            <a:r>
              <a:rPr lang="en-ID" sz="1200" dirty="0" err="1">
                <a:effectLst/>
              </a:rPr>
              <a:t>Tujuannya</a:t>
            </a:r>
            <a:r>
              <a:rPr lang="en-ID" sz="1200" dirty="0">
                <a:effectLst/>
              </a:rPr>
              <a:t> </a:t>
            </a:r>
            <a:r>
              <a:rPr lang="en-ID" sz="1200" dirty="0" err="1">
                <a:effectLst/>
              </a:rPr>
              <a:t>adalah</a:t>
            </a:r>
            <a:r>
              <a:rPr lang="en-ID" sz="1200" dirty="0">
                <a:effectLst/>
              </a:rPr>
              <a:t> </a:t>
            </a:r>
            <a:r>
              <a:rPr lang="en-ID" sz="1200" dirty="0" err="1">
                <a:effectLst/>
              </a:rPr>
              <a:t>untuk</a:t>
            </a:r>
            <a:r>
              <a:rPr lang="en-ID" sz="1200" dirty="0">
                <a:effectLst/>
              </a:rPr>
              <a:t> </a:t>
            </a:r>
            <a:r>
              <a:rPr lang="en-ID" sz="1200" dirty="0" err="1">
                <a:effectLst/>
              </a:rPr>
              <a:t>memastikan</a:t>
            </a:r>
            <a:r>
              <a:rPr lang="en-ID" sz="1200" dirty="0">
                <a:effectLst/>
              </a:rPr>
              <a:t> </a:t>
            </a:r>
            <a:r>
              <a:rPr lang="en-ID" sz="1200" dirty="0" err="1">
                <a:effectLst/>
              </a:rPr>
              <a:t>bahwa</a:t>
            </a:r>
            <a:r>
              <a:rPr lang="en-ID" sz="1200" dirty="0">
                <a:effectLst/>
              </a:rPr>
              <a:t> </a:t>
            </a:r>
            <a:r>
              <a:rPr lang="en-ID" sz="1200" dirty="0" err="1">
                <a:effectLst/>
              </a:rPr>
              <a:t>kode</a:t>
            </a:r>
            <a:r>
              <a:rPr lang="en-ID" sz="1200" dirty="0">
                <a:effectLst/>
              </a:rPr>
              <a:t> program </a:t>
            </a:r>
            <a:r>
              <a:rPr lang="en-ID" sz="1200" dirty="0" err="1">
                <a:effectLst/>
              </a:rPr>
              <a:t>berjalan</a:t>
            </a:r>
            <a:r>
              <a:rPr lang="en-ID" sz="1200" dirty="0">
                <a:effectLst/>
              </a:rPr>
              <a:t> </a:t>
            </a:r>
            <a:r>
              <a:rPr lang="en-ID" sz="1200" dirty="0" err="1">
                <a:effectLst/>
              </a:rPr>
              <a:t>sesuai</a:t>
            </a:r>
            <a:r>
              <a:rPr lang="en-ID" sz="1200" dirty="0">
                <a:effectLst/>
              </a:rPr>
              <a:t> </a:t>
            </a:r>
            <a:r>
              <a:rPr lang="en-ID" sz="1200" dirty="0" err="1">
                <a:effectLst/>
              </a:rPr>
              <a:t>dengan</a:t>
            </a:r>
            <a:r>
              <a:rPr lang="en-ID" sz="1200" dirty="0">
                <a:effectLst/>
              </a:rPr>
              <a:t> </a:t>
            </a:r>
            <a:r>
              <a:rPr lang="en-ID" sz="1200" dirty="0" err="1">
                <a:effectLst/>
              </a:rPr>
              <a:t>spesifikasi</a:t>
            </a:r>
            <a:r>
              <a:rPr lang="en-ID" sz="1200" dirty="0">
                <a:effectLst/>
              </a:rPr>
              <a:t> dan </a:t>
            </a:r>
            <a:r>
              <a:rPr lang="en-ID" sz="1200" dirty="0" err="1">
                <a:effectLst/>
              </a:rPr>
              <a:t>memenuhi</a:t>
            </a:r>
            <a:r>
              <a:rPr lang="en-ID" sz="1200" dirty="0">
                <a:effectLst/>
              </a:rPr>
              <a:t> </a:t>
            </a:r>
            <a:r>
              <a:rPr lang="en-ID" sz="1200" dirty="0" err="1">
                <a:effectLst/>
              </a:rPr>
              <a:t>standar</a:t>
            </a:r>
            <a:r>
              <a:rPr lang="en-ID" sz="1200" dirty="0">
                <a:effectLst/>
              </a:rPr>
              <a:t> </a:t>
            </a:r>
            <a:r>
              <a:rPr lang="en-ID" sz="1200" dirty="0" err="1">
                <a:effectLst/>
              </a:rPr>
              <a:t>kualitas</a:t>
            </a:r>
            <a:r>
              <a:rPr lang="en-ID" sz="1200" dirty="0">
                <a:effectLst/>
              </a:rPr>
              <a:t> yang </a:t>
            </a:r>
            <a:r>
              <a:rPr lang="en-ID" sz="1200" dirty="0" err="1">
                <a:effectLst/>
              </a:rPr>
              <a:t>ditetapkan</a:t>
            </a:r>
            <a:r>
              <a:rPr lang="en-ID" sz="1200" dirty="0">
                <a:effectLst/>
              </a:rPr>
              <a:t>.</a:t>
            </a:r>
            <a:br>
              <a:rPr lang="en-ID" sz="1200" dirty="0"/>
            </a:br>
            <a:r>
              <a:rPr lang="en-ID" sz="1200" dirty="0" err="1">
                <a:effectLst/>
              </a:rPr>
              <a:t>Beberapa</a:t>
            </a:r>
            <a:r>
              <a:rPr lang="en-ID" sz="1200" dirty="0">
                <a:effectLst/>
              </a:rPr>
              <a:t> </a:t>
            </a:r>
            <a:r>
              <a:rPr lang="en-ID" sz="1200" dirty="0" err="1">
                <a:effectLst/>
              </a:rPr>
              <a:t>teknik</a:t>
            </a:r>
            <a:r>
              <a:rPr lang="en-ID" sz="1200" dirty="0">
                <a:effectLst/>
              </a:rPr>
              <a:t> yang </a:t>
            </a:r>
            <a:r>
              <a:rPr lang="en-ID" sz="1200" dirty="0" err="1">
                <a:effectLst/>
              </a:rPr>
              <a:t>digunakan</a:t>
            </a:r>
            <a:r>
              <a:rPr lang="en-ID" sz="1200" dirty="0">
                <a:effectLst/>
              </a:rPr>
              <a:t> </a:t>
            </a:r>
            <a:r>
              <a:rPr lang="en-ID" sz="1200" dirty="0" err="1">
                <a:effectLst/>
              </a:rPr>
              <a:t>dalam</a:t>
            </a:r>
            <a:r>
              <a:rPr lang="en-ID" sz="1200" dirty="0">
                <a:effectLst/>
              </a:rPr>
              <a:t> </a:t>
            </a:r>
            <a:r>
              <a:rPr lang="en-ID" sz="1200" dirty="0" err="1">
                <a:effectLst/>
              </a:rPr>
              <a:t>whitebox</a:t>
            </a:r>
            <a:r>
              <a:rPr lang="en-ID" sz="1200" dirty="0">
                <a:effectLst/>
              </a:rPr>
              <a:t> testing </a:t>
            </a:r>
            <a:r>
              <a:rPr lang="en-ID" sz="1200" dirty="0" err="1">
                <a:effectLst/>
              </a:rPr>
              <a:t>antara</a:t>
            </a:r>
            <a:r>
              <a:rPr lang="en-ID" sz="1200" dirty="0">
                <a:effectLst/>
              </a:rPr>
              <a:t> lain:</a:t>
            </a:r>
            <a:br>
              <a:rPr lang="en-ID" sz="1200" dirty="0"/>
            </a:br>
            <a:r>
              <a:rPr lang="en-ID" sz="1200" dirty="0">
                <a:effectLst/>
              </a:rPr>
              <a:t>Statement coverage: </a:t>
            </a:r>
            <a:r>
              <a:rPr lang="en-ID" sz="1200" dirty="0" err="1">
                <a:effectLst/>
              </a:rPr>
              <a:t>Memastikan</a:t>
            </a:r>
            <a:r>
              <a:rPr lang="en-ID" sz="1200" dirty="0">
                <a:effectLst/>
              </a:rPr>
              <a:t> </a:t>
            </a:r>
            <a:r>
              <a:rPr lang="en-ID" sz="1200" dirty="0" err="1">
                <a:effectLst/>
              </a:rPr>
              <a:t>bahwa</a:t>
            </a:r>
            <a:r>
              <a:rPr lang="en-ID" sz="1200" dirty="0">
                <a:effectLst/>
              </a:rPr>
              <a:t> </a:t>
            </a:r>
            <a:r>
              <a:rPr lang="en-ID" sz="1200" dirty="0" err="1">
                <a:effectLst/>
              </a:rPr>
              <a:t>setiap</a:t>
            </a:r>
            <a:r>
              <a:rPr lang="en-ID" sz="1200" dirty="0">
                <a:effectLst/>
              </a:rPr>
              <a:t> </a:t>
            </a:r>
            <a:r>
              <a:rPr lang="en-ID" sz="1200" dirty="0" err="1">
                <a:effectLst/>
              </a:rPr>
              <a:t>pernyataan</a:t>
            </a:r>
            <a:r>
              <a:rPr lang="en-ID" sz="1200" dirty="0">
                <a:effectLst/>
              </a:rPr>
              <a:t> </a:t>
            </a:r>
            <a:r>
              <a:rPr lang="en-ID" sz="1200" dirty="0" err="1">
                <a:effectLst/>
              </a:rPr>
              <a:t>dalam</a:t>
            </a:r>
            <a:r>
              <a:rPr lang="en-ID" sz="1200" dirty="0">
                <a:effectLst/>
              </a:rPr>
              <a:t> </a:t>
            </a:r>
            <a:r>
              <a:rPr lang="en-ID" sz="1200" dirty="0" err="1">
                <a:effectLst/>
              </a:rPr>
              <a:t>kode</a:t>
            </a:r>
            <a:r>
              <a:rPr lang="en-ID" sz="1200" dirty="0">
                <a:effectLst/>
              </a:rPr>
              <a:t> program </a:t>
            </a:r>
            <a:r>
              <a:rPr lang="en-ID" sz="1200" dirty="0" err="1">
                <a:effectLst/>
              </a:rPr>
              <a:t>dieksekusi</a:t>
            </a:r>
            <a:r>
              <a:rPr lang="en-ID" sz="1200" dirty="0">
                <a:effectLst/>
              </a:rPr>
              <a:t> </a:t>
            </a:r>
            <a:r>
              <a:rPr lang="en-ID" sz="1200" dirty="0" err="1">
                <a:effectLst/>
              </a:rPr>
              <a:t>setidaknya</a:t>
            </a:r>
            <a:r>
              <a:rPr lang="en-ID" sz="1200" dirty="0">
                <a:effectLst/>
              </a:rPr>
              <a:t> </a:t>
            </a:r>
            <a:r>
              <a:rPr lang="en-ID" sz="1200" dirty="0" err="1">
                <a:effectLst/>
              </a:rPr>
              <a:t>satu</a:t>
            </a:r>
            <a:r>
              <a:rPr lang="en-ID" sz="1200" dirty="0">
                <a:effectLst/>
              </a:rPr>
              <a:t> kali.</a:t>
            </a:r>
            <a:br>
              <a:rPr lang="en-ID" sz="1200" dirty="0">
                <a:effectLst/>
              </a:rPr>
            </a:br>
            <a:r>
              <a:rPr lang="en-ID" sz="1200" dirty="0">
                <a:effectLst/>
              </a:rPr>
              <a:t>Branch coverage: </a:t>
            </a:r>
            <a:r>
              <a:rPr lang="en-ID" sz="1200" dirty="0" err="1">
                <a:effectLst/>
              </a:rPr>
              <a:t>Memastikan</a:t>
            </a:r>
            <a:r>
              <a:rPr lang="en-ID" sz="1200" dirty="0">
                <a:effectLst/>
              </a:rPr>
              <a:t> </a:t>
            </a:r>
            <a:r>
              <a:rPr lang="en-ID" sz="1200" dirty="0" err="1">
                <a:effectLst/>
              </a:rPr>
              <a:t>bahwa</a:t>
            </a:r>
            <a:r>
              <a:rPr lang="en-ID" sz="1200" dirty="0">
                <a:effectLst/>
              </a:rPr>
              <a:t> </a:t>
            </a:r>
            <a:r>
              <a:rPr lang="en-ID" sz="1200" dirty="0" err="1">
                <a:effectLst/>
              </a:rPr>
              <a:t>setiap</a:t>
            </a:r>
            <a:r>
              <a:rPr lang="en-ID" sz="1200" dirty="0">
                <a:effectLst/>
              </a:rPr>
              <a:t> </a:t>
            </a:r>
            <a:r>
              <a:rPr lang="en-ID" sz="1200" dirty="0" err="1">
                <a:effectLst/>
              </a:rPr>
              <a:t>percabangan</a:t>
            </a:r>
            <a:r>
              <a:rPr lang="en-ID" sz="1200" dirty="0">
                <a:effectLst/>
              </a:rPr>
              <a:t> </a:t>
            </a:r>
            <a:r>
              <a:rPr lang="en-ID" sz="1200" dirty="0" err="1">
                <a:effectLst/>
              </a:rPr>
              <a:t>dalam</a:t>
            </a:r>
            <a:r>
              <a:rPr lang="en-ID" sz="1200" dirty="0">
                <a:effectLst/>
              </a:rPr>
              <a:t> </a:t>
            </a:r>
            <a:r>
              <a:rPr lang="en-ID" sz="1200" dirty="0" err="1">
                <a:effectLst/>
              </a:rPr>
              <a:t>kode</a:t>
            </a:r>
            <a:r>
              <a:rPr lang="en-ID" sz="1200" dirty="0">
                <a:effectLst/>
              </a:rPr>
              <a:t> program </a:t>
            </a:r>
            <a:r>
              <a:rPr lang="en-ID" sz="1200" dirty="0" err="1">
                <a:effectLst/>
              </a:rPr>
              <a:t>dieksekusi</a:t>
            </a:r>
            <a:r>
              <a:rPr lang="en-ID" sz="1200" dirty="0">
                <a:effectLst/>
              </a:rPr>
              <a:t> </a:t>
            </a:r>
            <a:r>
              <a:rPr lang="en-ID" sz="1200" dirty="0" err="1">
                <a:effectLst/>
              </a:rPr>
              <a:t>setidaknya</a:t>
            </a:r>
            <a:r>
              <a:rPr lang="en-ID" sz="1200" dirty="0">
                <a:effectLst/>
              </a:rPr>
              <a:t> </a:t>
            </a:r>
            <a:r>
              <a:rPr lang="en-ID" sz="1200" dirty="0" err="1">
                <a:effectLst/>
              </a:rPr>
              <a:t>satu</a:t>
            </a:r>
            <a:r>
              <a:rPr lang="en-ID" sz="1200" dirty="0">
                <a:effectLst/>
              </a:rPr>
              <a:t> kali.</a:t>
            </a:r>
            <a:br>
              <a:rPr lang="en-ID" sz="1200" dirty="0">
                <a:effectLst/>
              </a:rPr>
            </a:br>
            <a:r>
              <a:rPr lang="en-ID" sz="1200" dirty="0">
                <a:effectLst/>
              </a:rPr>
              <a:t>Path coverage: </a:t>
            </a:r>
            <a:r>
              <a:rPr lang="en-ID" sz="1200" dirty="0" err="1">
                <a:effectLst/>
              </a:rPr>
              <a:t>Memastikan</a:t>
            </a:r>
            <a:r>
              <a:rPr lang="en-ID" sz="1200" dirty="0">
                <a:effectLst/>
              </a:rPr>
              <a:t> </a:t>
            </a:r>
            <a:r>
              <a:rPr lang="en-ID" sz="1200" dirty="0" err="1">
                <a:effectLst/>
              </a:rPr>
              <a:t>bahwa</a:t>
            </a:r>
            <a:r>
              <a:rPr lang="en-ID" sz="1200" dirty="0">
                <a:effectLst/>
              </a:rPr>
              <a:t> </a:t>
            </a:r>
            <a:r>
              <a:rPr lang="en-ID" sz="1200" dirty="0" err="1">
                <a:effectLst/>
              </a:rPr>
              <a:t>semua</a:t>
            </a:r>
            <a:r>
              <a:rPr lang="en-ID" sz="1200" dirty="0">
                <a:effectLst/>
              </a:rPr>
              <a:t> </a:t>
            </a:r>
            <a:r>
              <a:rPr lang="en-ID" sz="1200" dirty="0" err="1">
                <a:effectLst/>
              </a:rPr>
              <a:t>kemungkinan</a:t>
            </a:r>
            <a:r>
              <a:rPr lang="en-ID" sz="1200" dirty="0">
                <a:effectLst/>
              </a:rPr>
              <a:t> </a:t>
            </a:r>
            <a:r>
              <a:rPr lang="en-ID" sz="1200" dirty="0" err="1">
                <a:effectLst/>
              </a:rPr>
              <a:t>jalur</a:t>
            </a:r>
            <a:r>
              <a:rPr lang="en-ID" sz="1200" dirty="0">
                <a:effectLst/>
              </a:rPr>
              <a:t> </a:t>
            </a:r>
            <a:r>
              <a:rPr lang="en-ID" sz="1200" dirty="0" err="1">
                <a:effectLst/>
              </a:rPr>
              <a:t>eksekusi</a:t>
            </a:r>
            <a:r>
              <a:rPr lang="en-ID" sz="1200" dirty="0">
                <a:effectLst/>
              </a:rPr>
              <a:t> </a:t>
            </a:r>
            <a:r>
              <a:rPr lang="en-ID" sz="1200" dirty="0" err="1">
                <a:effectLst/>
              </a:rPr>
              <a:t>kode</a:t>
            </a:r>
            <a:r>
              <a:rPr lang="en-ID" sz="1200" dirty="0">
                <a:effectLst/>
              </a:rPr>
              <a:t> program </a:t>
            </a:r>
            <a:r>
              <a:rPr lang="en-ID" sz="1200" dirty="0" err="1">
                <a:effectLst/>
              </a:rPr>
              <a:t>telah</a:t>
            </a:r>
            <a:r>
              <a:rPr lang="en-ID" sz="1200" dirty="0">
                <a:effectLst/>
              </a:rPr>
              <a:t> </a:t>
            </a:r>
            <a:r>
              <a:rPr lang="en-ID" sz="1200" dirty="0" err="1">
                <a:effectLst/>
              </a:rPr>
              <a:t>diuji</a:t>
            </a:r>
            <a:r>
              <a:rPr lang="en-ID" sz="1200" dirty="0">
                <a:effectLst/>
              </a:rPr>
              <a:t>.</a:t>
            </a:r>
            <a:br>
              <a:rPr lang="en-ID" sz="800" dirty="0"/>
            </a:br>
            <a:br>
              <a:rPr lang="en-ID" sz="800" dirty="0"/>
            </a:br>
            <a:br>
              <a:rPr lang="en-ID" sz="800" dirty="0"/>
            </a:br>
            <a:br>
              <a:rPr lang="en-ID" sz="800" dirty="0"/>
            </a:br>
            <a:endParaRPr lang="en-ID" sz="1800" dirty="0"/>
          </a:p>
        </p:txBody>
      </p:sp>
    </p:spTree>
    <p:extLst>
      <p:ext uri="{BB962C8B-B14F-4D97-AF65-F5344CB8AC3E}">
        <p14:creationId xmlns:p14="http://schemas.microsoft.com/office/powerpoint/2010/main" val="4027222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E6258-7561-26D2-63D1-16020CB9DDFB}"/>
              </a:ext>
            </a:extLst>
          </p:cNvPr>
          <p:cNvSpPr>
            <a:spLocks noGrp="1"/>
          </p:cNvSpPr>
          <p:nvPr>
            <p:ph type="title"/>
          </p:nvPr>
        </p:nvSpPr>
        <p:spPr>
          <a:xfrm>
            <a:off x="689675" y="875654"/>
            <a:ext cx="7741403" cy="3533614"/>
          </a:xfrm>
        </p:spPr>
        <p:txBody>
          <a:bodyPr/>
          <a:lstStyle/>
          <a:p>
            <a:br>
              <a:rPr lang="en-ID" sz="1200" dirty="0">
                <a:effectLst/>
              </a:rPr>
            </a:br>
            <a:br>
              <a:rPr lang="en-ID" sz="1200" dirty="0">
                <a:effectLst/>
              </a:rPr>
            </a:br>
            <a:r>
              <a:rPr lang="en-ID" sz="2000" dirty="0">
                <a:effectLst/>
              </a:rPr>
              <a:t>Unit Testing</a:t>
            </a:r>
            <a:br>
              <a:rPr lang="en-ID" sz="1200" dirty="0">
                <a:effectLst/>
              </a:rPr>
            </a:br>
            <a:br>
              <a:rPr lang="en-ID" sz="1200" dirty="0">
                <a:effectLst/>
              </a:rPr>
            </a:br>
            <a:br>
              <a:rPr lang="en-ID" sz="1200" dirty="0">
                <a:effectLst/>
              </a:rPr>
            </a:br>
            <a:br>
              <a:rPr lang="en-ID" sz="1200" dirty="0">
                <a:effectLst/>
              </a:rPr>
            </a:br>
            <a:r>
              <a:rPr lang="en-ID" sz="1200" dirty="0">
                <a:effectLst/>
              </a:rPr>
              <a:t>Unit testing </a:t>
            </a:r>
            <a:r>
              <a:rPr lang="en-ID" sz="1200" dirty="0" err="1">
                <a:effectLst/>
              </a:rPr>
              <a:t>adalah</a:t>
            </a:r>
            <a:r>
              <a:rPr lang="en-ID" sz="1200" dirty="0">
                <a:effectLst/>
              </a:rPr>
              <a:t> </a:t>
            </a:r>
            <a:r>
              <a:rPr lang="en-ID" sz="1200" dirty="0" err="1">
                <a:effectLst/>
              </a:rPr>
              <a:t>jenis</a:t>
            </a:r>
            <a:r>
              <a:rPr lang="en-ID" sz="1200" dirty="0">
                <a:effectLst/>
              </a:rPr>
              <a:t> testing yang </a:t>
            </a:r>
            <a:r>
              <a:rPr lang="en-ID" sz="1200" dirty="0" err="1">
                <a:effectLst/>
              </a:rPr>
              <a:t>dilakukan</a:t>
            </a:r>
            <a:r>
              <a:rPr lang="en-ID" sz="1200" dirty="0">
                <a:effectLst/>
              </a:rPr>
              <a:t> </a:t>
            </a:r>
            <a:r>
              <a:rPr lang="en-ID" sz="1200" dirty="0" err="1">
                <a:effectLst/>
              </a:rPr>
              <a:t>untuk</a:t>
            </a:r>
            <a:r>
              <a:rPr lang="en-ID" sz="1200" dirty="0">
                <a:effectLst/>
              </a:rPr>
              <a:t> </a:t>
            </a:r>
            <a:r>
              <a:rPr lang="en-ID" sz="1200" dirty="0" err="1">
                <a:effectLst/>
              </a:rPr>
              <a:t>memastikan</a:t>
            </a:r>
            <a:r>
              <a:rPr lang="en-ID" sz="1200" dirty="0">
                <a:effectLst/>
              </a:rPr>
              <a:t> </a:t>
            </a:r>
            <a:r>
              <a:rPr lang="en-ID" sz="1200" dirty="0" err="1">
                <a:effectLst/>
              </a:rPr>
              <a:t>setiap</a:t>
            </a:r>
            <a:r>
              <a:rPr lang="en-ID" sz="1200" dirty="0">
                <a:effectLst/>
              </a:rPr>
              <a:t> unit </a:t>
            </a:r>
            <a:r>
              <a:rPr lang="en-ID" sz="1200" dirty="0" err="1">
                <a:effectLst/>
              </a:rPr>
              <a:t>kode</a:t>
            </a:r>
            <a:r>
              <a:rPr lang="en-ID" sz="1200" dirty="0">
                <a:effectLst/>
              </a:rPr>
              <a:t> </a:t>
            </a:r>
            <a:r>
              <a:rPr lang="en-ID" sz="1200" dirty="0" err="1">
                <a:effectLst/>
              </a:rPr>
              <a:t>berfungsi</a:t>
            </a:r>
            <a:r>
              <a:rPr lang="en-ID" sz="1200" dirty="0">
                <a:effectLst/>
              </a:rPr>
              <a:t> </a:t>
            </a:r>
            <a:r>
              <a:rPr lang="en-ID" sz="1200" dirty="0" err="1">
                <a:effectLst/>
              </a:rPr>
              <a:t>dengan</a:t>
            </a:r>
            <a:r>
              <a:rPr lang="en-ID" sz="1200" dirty="0">
                <a:effectLst/>
              </a:rPr>
              <a:t> </a:t>
            </a:r>
            <a:r>
              <a:rPr lang="en-ID" sz="1200" dirty="0" err="1">
                <a:effectLst/>
              </a:rPr>
              <a:t>benar</a:t>
            </a:r>
            <a:r>
              <a:rPr lang="en-ID" sz="1200" dirty="0">
                <a:effectLst/>
              </a:rPr>
              <a:t> </a:t>
            </a:r>
            <a:r>
              <a:rPr lang="en-ID" sz="1200" dirty="0" err="1">
                <a:effectLst/>
              </a:rPr>
              <a:t>secara</a:t>
            </a:r>
            <a:r>
              <a:rPr lang="en-ID" sz="1200" dirty="0">
                <a:effectLst/>
              </a:rPr>
              <a:t> </a:t>
            </a:r>
            <a:r>
              <a:rPr lang="en-ID" sz="1200" dirty="0" err="1">
                <a:effectLst/>
              </a:rPr>
              <a:t>terpisah</a:t>
            </a:r>
            <a:r>
              <a:rPr lang="en-ID" sz="1200" dirty="0">
                <a:effectLst/>
              </a:rPr>
              <a:t>. Unit </a:t>
            </a:r>
            <a:r>
              <a:rPr lang="en-ID" sz="1200" dirty="0" err="1">
                <a:effectLst/>
              </a:rPr>
              <a:t>bisa</a:t>
            </a:r>
            <a:r>
              <a:rPr lang="en-ID" sz="1200" dirty="0">
                <a:effectLst/>
              </a:rPr>
              <a:t> </a:t>
            </a:r>
            <a:r>
              <a:rPr lang="en-ID" sz="1200" dirty="0" err="1">
                <a:effectLst/>
              </a:rPr>
              <a:t>berupa</a:t>
            </a:r>
            <a:r>
              <a:rPr lang="en-ID" sz="1200" dirty="0">
                <a:effectLst/>
              </a:rPr>
              <a:t> </a:t>
            </a:r>
            <a:r>
              <a:rPr lang="en-ID" sz="1200" dirty="0" err="1">
                <a:effectLst/>
              </a:rPr>
              <a:t>fungsi</a:t>
            </a:r>
            <a:r>
              <a:rPr lang="en-ID" sz="1200" dirty="0">
                <a:effectLst/>
              </a:rPr>
              <a:t>, </a:t>
            </a:r>
            <a:r>
              <a:rPr lang="en-ID" sz="1200" dirty="0" err="1">
                <a:effectLst/>
              </a:rPr>
              <a:t>kelas</a:t>
            </a:r>
            <a:r>
              <a:rPr lang="en-ID" sz="1200" dirty="0">
                <a:effectLst/>
              </a:rPr>
              <a:t>, </a:t>
            </a:r>
            <a:r>
              <a:rPr lang="en-ID" sz="1200" dirty="0" err="1">
                <a:effectLst/>
              </a:rPr>
              <a:t>atau</a:t>
            </a:r>
            <a:r>
              <a:rPr lang="en-ID" sz="1200" dirty="0">
                <a:effectLst/>
              </a:rPr>
              <a:t> </a:t>
            </a:r>
            <a:r>
              <a:rPr lang="en-ID" sz="1200" dirty="0" err="1">
                <a:effectLst/>
              </a:rPr>
              <a:t>modul</a:t>
            </a:r>
            <a:r>
              <a:rPr lang="en-ID" sz="1200" dirty="0">
                <a:effectLst/>
              </a:rPr>
              <a:t>. Unit testing </a:t>
            </a:r>
            <a:r>
              <a:rPr lang="en-ID" sz="1200" dirty="0" err="1">
                <a:effectLst/>
              </a:rPr>
              <a:t>dilakukan</a:t>
            </a:r>
            <a:r>
              <a:rPr lang="en-ID" sz="1200" dirty="0">
                <a:effectLst/>
              </a:rPr>
              <a:t> </a:t>
            </a:r>
            <a:r>
              <a:rPr lang="en-ID" sz="1200" dirty="0" err="1">
                <a:effectLst/>
              </a:rPr>
              <a:t>sebelum</a:t>
            </a:r>
            <a:r>
              <a:rPr lang="en-ID" sz="1200" dirty="0">
                <a:effectLst/>
              </a:rPr>
              <a:t> </a:t>
            </a:r>
            <a:r>
              <a:rPr lang="en-ID" sz="1200" dirty="0" err="1">
                <a:effectLst/>
              </a:rPr>
              <a:t>pengujian</a:t>
            </a:r>
            <a:r>
              <a:rPr lang="en-ID" sz="1200" dirty="0">
                <a:effectLst/>
              </a:rPr>
              <a:t> </a:t>
            </a:r>
            <a:r>
              <a:rPr lang="en-ID" sz="1200" dirty="0" err="1">
                <a:effectLst/>
              </a:rPr>
              <a:t>integrasi</a:t>
            </a:r>
            <a:r>
              <a:rPr lang="en-ID" sz="1200" dirty="0">
                <a:effectLst/>
              </a:rPr>
              <a:t> </a:t>
            </a:r>
            <a:r>
              <a:rPr lang="en-ID" sz="1200" dirty="0" err="1">
                <a:effectLst/>
              </a:rPr>
              <a:t>untuk</a:t>
            </a:r>
            <a:r>
              <a:rPr lang="en-ID" sz="1200" dirty="0">
                <a:effectLst/>
              </a:rPr>
              <a:t> </a:t>
            </a:r>
            <a:r>
              <a:rPr lang="en-ID" sz="1200" dirty="0" err="1">
                <a:effectLst/>
              </a:rPr>
              <a:t>memastikan</a:t>
            </a:r>
            <a:r>
              <a:rPr lang="en-ID" sz="1200" dirty="0">
                <a:effectLst/>
              </a:rPr>
              <a:t> </a:t>
            </a:r>
            <a:r>
              <a:rPr lang="en-ID" sz="1200" dirty="0" err="1">
                <a:effectLst/>
              </a:rPr>
              <a:t>bahwa</a:t>
            </a:r>
            <a:r>
              <a:rPr lang="en-ID" sz="1200" dirty="0">
                <a:effectLst/>
              </a:rPr>
              <a:t> </a:t>
            </a:r>
            <a:r>
              <a:rPr lang="en-ID" sz="1200" dirty="0" err="1">
                <a:effectLst/>
              </a:rPr>
              <a:t>setiap</a:t>
            </a:r>
            <a:r>
              <a:rPr lang="en-ID" sz="1200" dirty="0">
                <a:effectLst/>
              </a:rPr>
              <a:t> unit </a:t>
            </a:r>
            <a:r>
              <a:rPr lang="en-ID" sz="1200" dirty="0" err="1">
                <a:effectLst/>
              </a:rPr>
              <a:t>berfungsi</a:t>
            </a:r>
            <a:r>
              <a:rPr lang="en-ID" sz="1200" dirty="0">
                <a:effectLst/>
              </a:rPr>
              <a:t> </a:t>
            </a:r>
            <a:r>
              <a:rPr lang="en-ID" sz="1200" dirty="0" err="1">
                <a:effectLst/>
              </a:rPr>
              <a:t>dengan</a:t>
            </a:r>
            <a:r>
              <a:rPr lang="en-ID" sz="1200" dirty="0">
                <a:effectLst/>
              </a:rPr>
              <a:t> </a:t>
            </a:r>
            <a:r>
              <a:rPr lang="en-ID" sz="1200" dirty="0" err="1">
                <a:effectLst/>
              </a:rPr>
              <a:t>benar</a:t>
            </a:r>
            <a:r>
              <a:rPr lang="en-ID" sz="1200" dirty="0">
                <a:effectLst/>
              </a:rPr>
              <a:t> </a:t>
            </a:r>
            <a:r>
              <a:rPr lang="en-ID" sz="1200" dirty="0" err="1">
                <a:effectLst/>
              </a:rPr>
              <a:t>sebelum</a:t>
            </a:r>
            <a:r>
              <a:rPr lang="en-ID" sz="1200" dirty="0">
                <a:effectLst/>
              </a:rPr>
              <a:t> </a:t>
            </a:r>
            <a:r>
              <a:rPr lang="en-ID" sz="1200" dirty="0" err="1">
                <a:effectLst/>
              </a:rPr>
              <a:t>digabungkan</a:t>
            </a:r>
            <a:r>
              <a:rPr lang="en-ID" sz="1200" dirty="0">
                <a:effectLst/>
              </a:rPr>
              <a:t> </a:t>
            </a:r>
            <a:r>
              <a:rPr lang="en-ID" sz="1200" dirty="0" err="1">
                <a:effectLst/>
              </a:rPr>
              <a:t>dengan</a:t>
            </a:r>
            <a:r>
              <a:rPr lang="en-ID" sz="1200" dirty="0">
                <a:effectLst/>
              </a:rPr>
              <a:t> unit </a:t>
            </a:r>
            <a:r>
              <a:rPr lang="en-ID" sz="1200" dirty="0" err="1">
                <a:effectLst/>
              </a:rPr>
              <a:t>lainnya</a:t>
            </a:r>
            <a:r>
              <a:rPr lang="en-ID" sz="1200" dirty="0">
                <a:effectLst/>
              </a:rPr>
              <a:t>.</a:t>
            </a:r>
            <a:br>
              <a:rPr lang="en-ID" sz="1200" dirty="0"/>
            </a:br>
            <a:r>
              <a:rPr lang="en-ID" sz="1200" b="1" dirty="0" err="1">
                <a:effectLst/>
              </a:rPr>
              <a:t>Keuntungan</a:t>
            </a:r>
            <a:r>
              <a:rPr lang="en-ID" sz="1200" b="1" dirty="0">
                <a:effectLst/>
              </a:rPr>
              <a:t> </a:t>
            </a:r>
            <a:r>
              <a:rPr lang="en-ID" sz="1200" b="1" dirty="0" err="1">
                <a:effectLst/>
              </a:rPr>
              <a:t>dari</a:t>
            </a:r>
            <a:r>
              <a:rPr lang="en-ID" sz="1200" b="1" dirty="0">
                <a:effectLst/>
              </a:rPr>
              <a:t> Unit Testing</a:t>
            </a:r>
            <a:br>
              <a:rPr lang="en-ID" sz="1200" b="1" dirty="0"/>
            </a:br>
            <a:r>
              <a:rPr lang="en-ID" sz="1200" dirty="0" err="1">
                <a:effectLst/>
              </a:rPr>
              <a:t>Memastikan</a:t>
            </a:r>
            <a:r>
              <a:rPr lang="en-ID" sz="1200" dirty="0">
                <a:effectLst/>
              </a:rPr>
              <a:t> </a:t>
            </a:r>
            <a:r>
              <a:rPr lang="en-ID" sz="1200" dirty="0" err="1">
                <a:effectLst/>
              </a:rPr>
              <a:t>setiap</a:t>
            </a:r>
            <a:r>
              <a:rPr lang="en-ID" sz="1200" dirty="0">
                <a:effectLst/>
              </a:rPr>
              <a:t> unit </a:t>
            </a:r>
            <a:r>
              <a:rPr lang="en-ID" sz="1200" dirty="0" err="1">
                <a:effectLst/>
              </a:rPr>
              <a:t>kode</a:t>
            </a:r>
            <a:r>
              <a:rPr lang="en-ID" sz="1200" dirty="0">
                <a:effectLst/>
              </a:rPr>
              <a:t> </a:t>
            </a:r>
            <a:r>
              <a:rPr lang="en-ID" sz="1200" dirty="0" err="1">
                <a:effectLst/>
              </a:rPr>
              <a:t>berfungsi</a:t>
            </a:r>
            <a:r>
              <a:rPr lang="en-ID" sz="1200" dirty="0">
                <a:effectLst/>
              </a:rPr>
              <a:t> </a:t>
            </a:r>
            <a:r>
              <a:rPr lang="en-ID" sz="1200" dirty="0" err="1">
                <a:effectLst/>
              </a:rPr>
              <a:t>dengan</a:t>
            </a:r>
            <a:r>
              <a:rPr lang="en-ID" sz="1200" dirty="0">
                <a:effectLst/>
              </a:rPr>
              <a:t> </a:t>
            </a:r>
            <a:r>
              <a:rPr lang="en-ID" sz="1200" dirty="0" err="1">
                <a:effectLst/>
              </a:rPr>
              <a:t>benar</a:t>
            </a:r>
            <a:r>
              <a:rPr lang="en-ID" sz="1200" dirty="0">
                <a:effectLst/>
              </a:rPr>
              <a:t> </a:t>
            </a:r>
            <a:r>
              <a:rPr lang="en-ID" sz="1200" dirty="0" err="1">
                <a:effectLst/>
              </a:rPr>
              <a:t>secara</a:t>
            </a:r>
            <a:r>
              <a:rPr lang="en-ID" sz="1200" dirty="0">
                <a:effectLst/>
              </a:rPr>
              <a:t> </a:t>
            </a:r>
            <a:r>
              <a:rPr lang="en-ID" sz="1200" dirty="0" err="1">
                <a:effectLst/>
              </a:rPr>
              <a:t>terpisah</a:t>
            </a:r>
            <a:r>
              <a:rPr lang="en-ID" sz="1200" dirty="0">
                <a:effectLst/>
              </a:rPr>
              <a:t>.</a:t>
            </a:r>
            <a:br>
              <a:rPr lang="en-ID" sz="1200" dirty="0">
                <a:effectLst/>
              </a:rPr>
            </a:br>
            <a:r>
              <a:rPr lang="en-ID" sz="1200" dirty="0" err="1">
                <a:effectLst/>
              </a:rPr>
              <a:t>Meningkatkan</a:t>
            </a:r>
            <a:r>
              <a:rPr lang="en-ID" sz="1200" dirty="0">
                <a:effectLst/>
              </a:rPr>
              <a:t> </a:t>
            </a:r>
            <a:r>
              <a:rPr lang="en-ID" sz="1200" dirty="0" err="1">
                <a:effectLst/>
              </a:rPr>
              <a:t>kualitas</a:t>
            </a:r>
            <a:r>
              <a:rPr lang="en-ID" sz="1200" dirty="0">
                <a:effectLst/>
              </a:rPr>
              <a:t> </a:t>
            </a:r>
            <a:r>
              <a:rPr lang="en-ID" sz="1200" dirty="0" err="1">
                <a:effectLst/>
              </a:rPr>
              <a:t>kode</a:t>
            </a:r>
            <a:r>
              <a:rPr lang="en-ID" sz="1200" dirty="0">
                <a:effectLst/>
              </a:rPr>
              <a:t> </a:t>
            </a:r>
            <a:r>
              <a:rPr lang="en-ID" sz="1200" dirty="0" err="1">
                <a:effectLst/>
              </a:rPr>
              <a:t>dengan</a:t>
            </a:r>
            <a:r>
              <a:rPr lang="en-ID" sz="1200" dirty="0">
                <a:effectLst/>
              </a:rPr>
              <a:t> </a:t>
            </a:r>
            <a:r>
              <a:rPr lang="en-ID" sz="1200" dirty="0" err="1">
                <a:effectLst/>
              </a:rPr>
              <a:t>menemukan</a:t>
            </a:r>
            <a:r>
              <a:rPr lang="en-ID" sz="1200" dirty="0">
                <a:effectLst/>
              </a:rPr>
              <a:t> bug </a:t>
            </a:r>
            <a:r>
              <a:rPr lang="en-ID" sz="1200" dirty="0" err="1">
                <a:effectLst/>
              </a:rPr>
              <a:t>lebih</a:t>
            </a:r>
            <a:r>
              <a:rPr lang="en-ID" sz="1200" dirty="0">
                <a:effectLst/>
              </a:rPr>
              <a:t> </a:t>
            </a:r>
            <a:r>
              <a:rPr lang="en-ID" sz="1200" dirty="0" err="1">
                <a:effectLst/>
              </a:rPr>
              <a:t>awal</a:t>
            </a:r>
            <a:r>
              <a:rPr lang="en-ID" sz="1200" dirty="0">
                <a:effectLst/>
              </a:rPr>
              <a:t>.</a:t>
            </a:r>
            <a:br>
              <a:rPr lang="en-ID" sz="1200" dirty="0">
                <a:effectLst/>
              </a:rPr>
            </a:br>
            <a:r>
              <a:rPr lang="en-ID" sz="1200" dirty="0" err="1">
                <a:effectLst/>
              </a:rPr>
              <a:t>Memudahkanefactoring</a:t>
            </a:r>
            <a:r>
              <a:rPr lang="en-ID" sz="1200" dirty="0">
                <a:effectLst/>
              </a:rPr>
              <a:t> dan </a:t>
            </a:r>
            <a:r>
              <a:rPr lang="en-ID" sz="1200" dirty="0" err="1">
                <a:effectLst/>
              </a:rPr>
              <a:t>memperbaiki</a:t>
            </a:r>
            <a:r>
              <a:rPr lang="en-ID" sz="1200" dirty="0">
                <a:effectLst/>
              </a:rPr>
              <a:t> </a:t>
            </a:r>
            <a:r>
              <a:rPr lang="en-ID" sz="1200" dirty="0" err="1">
                <a:effectLst/>
              </a:rPr>
              <a:t>kode</a:t>
            </a:r>
            <a:endParaRPr lang="en-ID" sz="1200" dirty="0"/>
          </a:p>
        </p:txBody>
      </p:sp>
    </p:spTree>
    <p:extLst>
      <p:ext uri="{BB962C8B-B14F-4D97-AF65-F5344CB8AC3E}">
        <p14:creationId xmlns:p14="http://schemas.microsoft.com/office/powerpoint/2010/main" val="1303029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5E7E8-7557-18C8-8F77-9563AE8448E6}"/>
              </a:ext>
            </a:extLst>
          </p:cNvPr>
          <p:cNvSpPr>
            <a:spLocks noGrp="1"/>
          </p:cNvSpPr>
          <p:nvPr>
            <p:ph type="title"/>
          </p:nvPr>
        </p:nvSpPr>
        <p:spPr/>
        <p:txBody>
          <a:bodyPr/>
          <a:lstStyle/>
          <a:p>
            <a:r>
              <a:rPr lang="en-ID" sz="2400" dirty="0" err="1"/>
              <a:t>Contoh</a:t>
            </a:r>
            <a:r>
              <a:rPr lang="en-ID" sz="2400" dirty="0"/>
              <a:t> </a:t>
            </a:r>
            <a:r>
              <a:rPr lang="en-ID" sz="2400" dirty="0" err="1"/>
              <a:t>Implementasi</a:t>
            </a:r>
            <a:r>
              <a:rPr lang="en-ID" sz="2400" dirty="0"/>
              <a:t> </a:t>
            </a:r>
            <a:r>
              <a:rPr lang="en-ID" sz="2400" dirty="0" err="1"/>
              <a:t>dalam</a:t>
            </a:r>
            <a:r>
              <a:rPr lang="en-ID" sz="2400" dirty="0"/>
              <a:t> Python</a:t>
            </a:r>
          </a:p>
        </p:txBody>
      </p:sp>
      <p:sp>
        <p:nvSpPr>
          <p:cNvPr id="4" name="Subtitle 3">
            <a:extLst>
              <a:ext uri="{FF2B5EF4-FFF2-40B4-BE49-F238E27FC236}">
                <a16:creationId xmlns:a16="http://schemas.microsoft.com/office/drawing/2014/main" id="{9DA7180E-5D5F-B884-CAB0-D1A26676B320}"/>
              </a:ext>
            </a:extLst>
          </p:cNvPr>
          <p:cNvSpPr>
            <a:spLocks noGrp="1"/>
          </p:cNvSpPr>
          <p:nvPr>
            <p:ph type="subTitle" idx="2"/>
          </p:nvPr>
        </p:nvSpPr>
        <p:spPr>
          <a:xfrm>
            <a:off x="719932" y="1431100"/>
            <a:ext cx="2627702" cy="2991300"/>
          </a:xfrm>
        </p:spPr>
        <p:txBody>
          <a:bodyPr/>
          <a:lstStyle/>
          <a:p>
            <a:r>
              <a:rPr lang="en-ID" sz="1600" b="1" dirty="0">
                <a:effectLst/>
              </a:rPr>
              <a:t>Whitebox Testing</a:t>
            </a:r>
            <a:endParaRPr lang="en-ID" sz="1600" b="1" dirty="0"/>
          </a:p>
          <a:p>
            <a:r>
              <a:rPr lang="en-ID" sz="1600" dirty="0" err="1">
                <a:effectLst/>
              </a:rPr>
              <a:t>Dalam</a:t>
            </a:r>
            <a:r>
              <a:rPr lang="en-ID" sz="1600" dirty="0">
                <a:effectLst/>
              </a:rPr>
              <a:t> </a:t>
            </a:r>
            <a:r>
              <a:rPr lang="en-ID" sz="1600" dirty="0" err="1">
                <a:effectLst/>
              </a:rPr>
              <a:t>whitebox</a:t>
            </a:r>
            <a:r>
              <a:rPr lang="en-ID" sz="1600" dirty="0">
                <a:effectLst/>
              </a:rPr>
              <a:t> testing, </a:t>
            </a:r>
            <a:r>
              <a:rPr lang="en-ID" sz="1600" dirty="0" err="1">
                <a:effectLst/>
              </a:rPr>
              <a:t>kode</a:t>
            </a:r>
            <a:r>
              <a:rPr lang="en-ID" sz="1600" dirty="0">
                <a:effectLst/>
              </a:rPr>
              <a:t> program </a:t>
            </a:r>
            <a:r>
              <a:rPr lang="en-ID" sz="1600" dirty="0" err="1">
                <a:effectLst/>
              </a:rPr>
              <a:t>diperiksa</a:t>
            </a:r>
            <a:r>
              <a:rPr lang="en-ID" sz="1600" dirty="0">
                <a:effectLst/>
              </a:rPr>
              <a:t> </a:t>
            </a:r>
            <a:r>
              <a:rPr lang="en-ID" sz="1600" dirty="0" err="1">
                <a:effectLst/>
              </a:rPr>
              <a:t>untuk</a:t>
            </a:r>
            <a:r>
              <a:rPr lang="en-ID" sz="1600" dirty="0">
                <a:effectLst/>
              </a:rPr>
              <a:t> </a:t>
            </a:r>
            <a:r>
              <a:rPr lang="en-ID" sz="1600" dirty="0" err="1">
                <a:effectLst/>
              </a:rPr>
              <a:t>memastikan</a:t>
            </a:r>
            <a:r>
              <a:rPr lang="en-ID" sz="1600" dirty="0">
                <a:effectLst/>
              </a:rPr>
              <a:t> </a:t>
            </a:r>
            <a:r>
              <a:rPr lang="en-ID" sz="1600" dirty="0" err="1">
                <a:effectLst/>
              </a:rPr>
              <a:t>kebenaran</a:t>
            </a:r>
            <a:r>
              <a:rPr lang="en-ID" sz="1600" dirty="0">
                <a:effectLst/>
              </a:rPr>
              <a:t> </a:t>
            </a:r>
            <a:r>
              <a:rPr lang="en-ID" sz="1600" dirty="0" err="1">
                <a:effectLst/>
              </a:rPr>
              <a:t>fungsi</a:t>
            </a:r>
            <a:r>
              <a:rPr lang="en-ID" sz="1600" dirty="0">
                <a:effectLst/>
              </a:rPr>
              <a:t> dan </a:t>
            </a:r>
            <a:r>
              <a:rPr lang="en-ID" sz="1600" dirty="0" err="1">
                <a:effectLst/>
              </a:rPr>
              <a:t>alur</a:t>
            </a:r>
            <a:r>
              <a:rPr lang="en-ID" sz="1600" dirty="0">
                <a:effectLst/>
              </a:rPr>
              <a:t> program.</a:t>
            </a:r>
            <a:endParaRPr lang="en-ID" sz="1600" dirty="0"/>
          </a:p>
          <a:p>
            <a:endParaRPr lang="en-ID" sz="1600" dirty="0"/>
          </a:p>
        </p:txBody>
      </p:sp>
      <p:sp>
        <p:nvSpPr>
          <p:cNvPr id="6" name="Subtitle 5">
            <a:extLst>
              <a:ext uri="{FF2B5EF4-FFF2-40B4-BE49-F238E27FC236}">
                <a16:creationId xmlns:a16="http://schemas.microsoft.com/office/drawing/2014/main" id="{F4A9248E-FE8B-D1A2-3F50-63AA70BF3EBE}"/>
              </a:ext>
            </a:extLst>
          </p:cNvPr>
          <p:cNvSpPr>
            <a:spLocks noGrp="1"/>
          </p:cNvSpPr>
          <p:nvPr>
            <p:ph type="subTitle" idx="1"/>
          </p:nvPr>
        </p:nvSpPr>
        <p:spPr/>
        <p:txBody>
          <a:bodyPr/>
          <a:lstStyle/>
          <a:p>
            <a:endParaRPr lang="en-ID"/>
          </a:p>
        </p:txBody>
      </p:sp>
      <p:pic>
        <p:nvPicPr>
          <p:cNvPr id="7" name="Picture 6">
            <a:extLst>
              <a:ext uri="{FF2B5EF4-FFF2-40B4-BE49-F238E27FC236}">
                <a16:creationId xmlns:a16="http://schemas.microsoft.com/office/drawing/2014/main" id="{E86BF24A-A2FD-38A2-51DE-A0D5A2B1F03A}"/>
              </a:ext>
            </a:extLst>
          </p:cNvPr>
          <p:cNvPicPr>
            <a:picLocks noChangeAspect="1"/>
          </p:cNvPicPr>
          <p:nvPr/>
        </p:nvPicPr>
        <p:blipFill>
          <a:blip r:embed="rId2"/>
          <a:stretch>
            <a:fillRect/>
          </a:stretch>
        </p:blipFill>
        <p:spPr>
          <a:xfrm>
            <a:off x="3824685" y="1325672"/>
            <a:ext cx="4993852" cy="3202155"/>
          </a:xfrm>
          <a:prstGeom prst="rect">
            <a:avLst/>
          </a:prstGeom>
        </p:spPr>
      </p:pic>
    </p:spTree>
    <p:extLst>
      <p:ext uri="{BB962C8B-B14F-4D97-AF65-F5344CB8AC3E}">
        <p14:creationId xmlns:p14="http://schemas.microsoft.com/office/powerpoint/2010/main" val="347235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2CDC0-7A1A-4A15-50B9-6BF140F1FE2D}"/>
              </a:ext>
            </a:extLst>
          </p:cNvPr>
          <p:cNvSpPr>
            <a:spLocks noGrp="1"/>
          </p:cNvSpPr>
          <p:nvPr>
            <p:ph type="ctrTitle"/>
          </p:nvPr>
        </p:nvSpPr>
        <p:spPr>
          <a:xfrm>
            <a:off x="720000" y="844300"/>
            <a:ext cx="3053837" cy="2280500"/>
          </a:xfrm>
        </p:spPr>
        <p:txBody>
          <a:bodyPr/>
          <a:lstStyle/>
          <a:p>
            <a:r>
              <a:rPr lang="en-ID" sz="1800" b="1" dirty="0">
                <a:effectLst/>
                <a:latin typeface="Times New Roman" panose="02020603050405020304" pitchFamily="18" charset="0"/>
                <a:cs typeface="Times New Roman" panose="02020603050405020304" pitchFamily="18" charset="0"/>
              </a:rPr>
              <a:t>Unit Testing</a:t>
            </a:r>
            <a:br>
              <a:rPr lang="en-ID" sz="1800" dirty="0">
                <a:latin typeface="Times New Roman" panose="02020603050405020304" pitchFamily="18" charset="0"/>
                <a:cs typeface="Times New Roman" panose="02020603050405020304" pitchFamily="18" charset="0"/>
              </a:rPr>
            </a:br>
            <a:r>
              <a:rPr lang="en-ID" sz="1800" dirty="0">
                <a:effectLst/>
                <a:latin typeface="Times New Roman" panose="02020603050405020304" pitchFamily="18" charset="0"/>
                <a:cs typeface="Times New Roman" panose="02020603050405020304" pitchFamily="18" charset="0"/>
              </a:rPr>
              <a:t>Unit testing </a:t>
            </a:r>
            <a:r>
              <a:rPr lang="en-ID" sz="1800" dirty="0" err="1">
                <a:effectLst/>
                <a:latin typeface="Times New Roman" panose="02020603050405020304" pitchFamily="18" charset="0"/>
                <a:cs typeface="Times New Roman" panose="02020603050405020304" pitchFamily="18" charset="0"/>
              </a:rPr>
              <a:t>dilakukan</a:t>
            </a:r>
            <a:r>
              <a:rPr lang="en-ID" sz="1800" dirty="0">
                <a:effectLst/>
                <a:latin typeface="Times New Roman" panose="02020603050405020304" pitchFamily="18" charset="0"/>
                <a:cs typeface="Times New Roman" panose="02020603050405020304" pitchFamily="18" charset="0"/>
              </a:rPr>
              <a:t> pada level unit </a:t>
            </a:r>
            <a:r>
              <a:rPr lang="en-ID" sz="1800" dirty="0" err="1">
                <a:effectLst/>
                <a:latin typeface="Times New Roman" panose="02020603050405020304" pitchFamily="18" charset="0"/>
                <a:cs typeface="Times New Roman" panose="02020603050405020304" pitchFamily="18" charset="0"/>
              </a:rPr>
              <a:t>atau</a:t>
            </a:r>
            <a:r>
              <a:rPr lang="en-ID" sz="1800" dirty="0">
                <a:effectLst/>
                <a:latin typeface="Times New Roman" panose="02020603050405020304" pitchFamily="18" charset="0"/>
                <a:cs typeface="Times New Roman" panose="02020603050405020304" pitchFamily="18" charset="0"/>
              </a:rPr>
              <a:t> </a:t>
            </a:r>
            <a:r>
              <a:rPr lang="en-ID" sz="1800" dirty="0" err="1">
                <a:effectLst/>
                <a:latin typeface="Times New Roman" panose="02020603050405020304" pitchFamily="18" charset="0"/>
                <a:cs typeface="Times New Roman" panose="02020603050405020304" pitchFamily="18" charset="0"/>
              </a:rPr>
              <a:t>komponen</a:t>
            </a:r>
            <a:r>
              <a:rPr lang="en-ID" sz="1800" dirty="0">
                <a:effectLst/>
                <a:latin typeface="Times New Roman" panose="02020603050405020304" pitchFamily="18" charset="0"/>
                <a:cs typeface="Times New Roman" panose="02020603050405020304" pitchFamily="18" charset="0"/>
              </a:rPr>
              <a:t> </a:t>
            </a:r>
            <a:r>
              <a:rPr lang="en-ID" sz="1800" dirty="0" err="1">
                <a:effectLst/>
                <a:latin typeface="Times New Roman" panose="02020603050405020304" pitchFamily="18" charset="0"/>
                <a:cs typeface="Times New Roman" panose="02020603050405020304" pitchFamily="18" charset="0"/>
              </a:rPr>
              <a:t>kecil</a:t>
            </a:r>
            <a:r>
              <a:rPr lang="en-ID" sz="1800" dirty="0">
                <a:effectLst/>
                <a:latin typeface="Times New Roman" panose="02020603050405020304" pitchFamily="18" charset="0"/>
                <a:cs typeface="Times New Roman" panose="02020603050405020304" pitchFamily="18" charset="0"/>
              </a:rPr>
              <a:t> pada </a:t>
            </a:r>
            <a:r>
              <a:rPr lang="en-ID" sz="1800" dirty="0" err="1">
                <a:effectLst/>
                <a:latin typeface="Times New Roman" panose="02020603050405020304" pitchFamily="18" charset="0"/>
                <a:cs typeface="Times New Roman" panose="02020603050405020304" pitchFamily="18" charset="0"/>
              </a:rPr>
              <a:t>kode</a:t>
            </a:r>
            <a:r>
              <a:rPr lang="en-ID" sz="1800" dirty="0">
                <a:effectLst/>
                <a:latin typeface="Times New Roman" panose="02020603050405020304" pitchFamily="18" charset="0"/>
                <a:cs typeface="Times New Roman" panose="02020603050405020304" pitchFamily="18" charset="0"/>
              </a:rPr>
              <a:t> program </a:t>
            </a:r>
            <a:r>
              <a:rPr lang="en-ID" sz="1800" dirty="0" err="1">
                <a:effectLst/>
                <a:latin typeface="Times New Roman" panose="02020603050405020304" pitchFamily="18" charset="0"/>
                <a:cs typeface="Times New Roman" panose="02020603050405020304" pitchFamily="18" charset="0"/>
              </a:rPr>
              <a:t>untuk</a:t>
            </a:r>
            <a:r>
              <a:rPr lang="en-ID" sz="1800" dirty="0">
                <a:effectLst/>
                <a:latin typeface="Times New Roman" panose="02020603050405020304" pitchFamily="18" charset="0"/>
                <a:cs typeface="Times New Roman" panose="02020603050405020304" pitchFamily="18" charset="0"/>
              </a:rPr>
              <a:t> </a:t>
            </a:r>
            <a:r>
              <a:rPr lang="en-ID" sz="1800" dirty="0" err="1">
                <a:effectLst/>
                <a:latin typeface="Times New Roman" panose="02020603050405020304" pitchFamily="18" charset="0"/>
                <a:cs typeface="Times New Roman" panose="02020603050405020304" pitchFamily="18" charset="0"/>
              </a:rPr>
              <a:t>memastikan</a:t>
            </a:r>
            <a:r>
              <a:rPr lang="en-ID" sz="1800" dirty="0">
                <a:effectLst/>
                <a:latin typeface="Times New Roman" panose="02020603050405020304" pitchFamily="18" charset="0"/>
                <a:cs typeface="Times New Roman" panose="02020603050405020304" pitchFamily="18" charset="0"/>
              </a:rPr>
              <a:t> </a:t>
            </a:r>
            <a:r>
              <a:rPr lang="en-ID" sz="1800" dirty="0" err="1">
                <a:effectLst/>
                <a:latin typeface="Times New Roman" panose="02020603050405020304" pitchFamily="18" charset="0"/>
                <a:cs typeface="Times New Roman" panose="02020603050405020304" pitchFamily="18" charset="0"/>
              </a:rPr>
              <a:t>kebenaran</a:t>
            </a:r>
            <a:r>
              <a:rPr lang="en-ID" sz="1800" dirty="0">
                <a:effectLst/>
                <a:latin typeface="Times New Roman" panose="02020603050405020304" pitchFamily="18" charset="0"/>
                <a:cs typeface="Times New Roman" panose="02020603050405020304" pitchFamily="18" charset="0"/>
              </a:rPr>
              <a:t> </a:t>
            </a:r>
            <a:r>
              <a:rPr lang="en-ID" sz="1800" dirty="0" err="1">
                <a:effectLst/>
                <a:latin typeface="Times New Roman" panose="02020603050405020304" pitchFamily="18" charset="0"/>
                <a:cs typeface="Times New Roman" panose="02020603050405020304" pitchFamily="18" charset="0"/>
              </a:rPr>
              <a:t>fungsi</a:t>
            </a:r>
            <a:r>
              <a:rPr lang="en-ID" sz="1800" dirty="0">
                <a:effectLst/>
                <a:latin typeface="Times New Roman" panose="02020603050405020304" pitchFamily="18" charset="0"/>
                <a:cs typeface="Times New Roman" panose="02020603050405020304" pitchFamily="18" charset="0"/>
              </a:rPr>
              <a:t> </a:t>
            </a:r>
            <a:r>
              <a:rPr lang="en-ID" sz="1800" dirty="0" err="1">
                <a:effectLst/>
                <a:latin typeface="Times New Roman" panose="02020603050405020304" pitchFamily="18" charset="0"/>
                <a:cs typeface="Times New Roman" panose="02020603050405020304" pitchFamily="18" charset="0"/>
              </a:rPr>
              <a:t>secara</a:t>
            </a:r>
            <a:r>
              <a:rPr lang="en-ID" sz="1800" dirty="0">
                <a:effectLst/>
                <a:latin typeface="Times New Roman" panose="02020603050405020304" pitchFamily="18" charset="0"/>
                <a:cs typeface="Times New Roman" panose="02020603050405020304" pitchFamily="18" charset="0"/>
              </a:rPr>
              <a:t> </a:t>
            </a:r>
            <a:r>
              <a:rPr lang="en-ID" sz="1800" dirty="0" err="1">
                <a:effectLst/>
                <a:latin typeface="Times New Roman" panose="02020603050405020304" pitchFamily="18" charset="0"/>
                <a:cs typeface="Times New Roman" panose="02020603050405020304" pitchFamily="18" charset="0"/>
              </a:rPr>
              <a:t>terisolasi</a:t>
            </a:r>
            <a:r>
              <a:rPr lang="en-ID" sz="1800" dirty="0">
                <a:effectLst/>
                <a:latin typeface="Times New Roman" panose="02020603050405020304" pitchFamily="18" charset="0"/>
                <a:cs typeface="Times New Roman" panose="02020603050405020304" pitchFamily="18" charset="0"/>
              </a:rPr>
              <a:t>.</a:t>
            </a:r>
            <a:br>
              <a:rPr lang="en-ID" sz="1800" dirty="0">
                <a:latin typeface="Times New Roman" panose="02020603050405020304" pitchFamily="18" charset="0"/>
                <a:cs typeface="Times New Roman" panose="02020603050405020304" pitchFamily="18" charset="0"/>
              </a:rPr>
            </a:br>
            <a:endParaRPr lang="en-ID"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A9FB132-83C0-62CF-7B8B-9E6A97E65EA9}"/>
              </a:ext>
            </a:extLst>
          </p:cNvPr>
          <p:cNvPicPr>
            <a:picLocks noChangeAspect="1"/>
          </p:cNvPicPr>
          <p:nvPr/>
        </p:nvPicPr>
        <p:blipFill>
          <a:blip r:embed="rId2"/>
          <a:stretch>
            <a:fillRect/>
          </a:stretch>
        </p:blipFill>
        <p:spPr>
          <a:xfrm>
            <a:off x="3847454" y="1147492"/>
            <a:ext cx="4784573" cy="2463612"/>
          </a:xfrm>
          <a:prstGeom prst="rect">
            <a:avLst/>
          </a:prstGeom>
        </p:spPr>
      </p:pic>
    </p:spTree>
    <p:extLst>
      <p:ext uri="{BB962C8B-B14F-4D97-AF65-F5344CB8AC3E}">
        <p14:creationId xmlns:p14="http://schemas.microsoft.com/office/powerpoint/2010/main" val="3983127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9F16490-ED56-FB44-A0F2-8020BB930A40}"/>
              </a:ext>
            </a:extLst>
          </p:cNvPr>
          <p:cNvSpPr>
            <a:spLocks noGrp="1"/>
          </p:cNvSpPr>
          <p:nvPr>
            <p:ph type="subTitle" idx="1"/>
          </p:nvPr>
        </p:nvSpPr>
        <p:spPr>
          <a:xfrm>
            <a:off x="4779968" y="875654"/>
            <a:ext cx="3644100" cy="3546745"/>
          </a:xfrm>
        </p:spPr>
        <p:txBody>
          <a:bodyPr/>
          <a:lstStyle/>
          <a:p>
            <a:r>
              <a:rPr lang="en-ID" sz="1600" b="1" dirty="0" err="1">
                <a:effectLst/>
              </a:rPr>
              <a:t>Contoh</a:t>
            </a:r>
            <a:r>
              <a:rPr lang="en-ID" sz="1600" b="1" dirty="0">
                <a:effectLst/>
              </a:rPr>
              <a:t> Langkah-</a:t>
            </a:r>
            <a:r>
              <a:rPr lang="en-ID" sz="1600" b="1" dirty="0" err="1">
                <a:effectLst/>
              </a:rPr>
              <a:t>langkah</a:t>
            </a:r>
            <a:r>
              <a:rPr lang="en-ID" sz="1600" b="1" dirty="0">
                <a:effectLst/>
              </a:rPr>
              <a:t> </a:t>
            </a:r>
            <a:r>
              <a:rPr lang="en-ID" sz="1600" b="1" dirty="0" err="1">
                <a:effectLst/>
              </a:rPr>
              <a:t>Konfigurasi</a:t>
            </a:r>
            <a:endParaRPr lang="en-ID" sz="1600" b="1" dirty="0"/>
          </a:p>
          <a:p>
            <a:pPr>
              <a:buFont typeface="+mj-lt"/>
              <a:buAutoNum type="arabicPeriod"/>
            </a:pPr>
            <a:r>
              <a:rPr lang="en-ID" sz="1600" dirty="0">
                <a:effectLst/>
              </a:rPr>
              <a:t>Install dan </a:t>
            </a:r>
            <a:r>
              <a:rPr lang="en-ID" sz="1600" dirty="0" err="1">
                <a:effectLst/>
              </a:rPr>
              <a:t>konfigurasi</a:t>
            </a:r>
            <a:r>
              <a:rPr lang="en-ID" sz="1600" dirty="0">
                <a:effectLst/>
              </a:rPr>
              <a:t> CI/CD tool yang </a:t>
            </a:r>
            <a:r>
              <a:rPr lang="en-ID" sz="1600" dirty="0" err="1">
                <a:effectLst/>
              </a:rPr>
              <a:t>digunakan</a:t>
            </a:r>
            <a:r>
              <a:rPr lang="en-ID" sz="1600" dirty="0">
                <a:effectLst/>
              </a:rPr>
              <a:t>.</a:t>
            </a:r>
          </a:p>
          <a:p>
            <a:pPr>
              <a:buFont typeface="+mj-lt"/>
              <a:buAutoNum type="arabicPeriod"/>
            </a:pPr>
            <a:r>
              <a:rPr lang="en-ID" sz="1600" dirty="0">
                <a:effectLst/>
              </a:rPr>
              <a:t>Buat file </a:t>
            </a:r>
            <a:r>
              <a:rPr lang="en-ID" sz="1600" dirty="0" err="1">
                <a:effectLst/>
              </a:rPr>
              <a:t>konfigurasi</a:t>
            </a:r>
            <a:r>
              <a:rPr lang="en-ID" sz="1600" dirty="0">
                <a:effectLst/>
              </a:rPr>
              <a:t> (</a:t>
            </a:r>
            <a:r>
              <a:rPr lang="en-ID" sz="1600" dirty="0" err="1">
                <a:effectLst/>
              </a:rPr>
              <a:t>seperti</a:t>
            </a:r>
            <a:r>
              <a:rPr lang="en-ID" sz="1600" dirty="0">
                <a:effectLst/>
              </a:rPr>
              <a:t> .</a:t>
            </a:r>
            <a:r>
              <a:rPr lang="en-ID" sz="1600" dirty="0" err="1">
                <a:effectLst/>
              </a:rPr>
              <a:t>travis.yml</a:t>
            </a:r>
            <a:r>
              <a:rPr lang="en-ID" sz="1600" dirty="0">
                <a:effectLst/>
              </a:rPr>
              <a:t> </a:t>
            </a:r>
            <a:r>
              <a:rPr lang="en-ID" sz="1600" dirty="0" err="1">
                <a:effectLst/>
              </a:rPr>
              <a:t>atau</a:t>
            </a:r>
            <a:r>
              <a:rPr lang="en-ID" sz="1600" dirty="0">
                <a:effectLst/>
              </a:rPr>
              <a:t> </a:t>
            </a:r>
            <a:r>
              <a:rPr lang="en-ID" sz="1600" dirty="0" err="1">
                <a:effectLst/>
              </a:rPr>
              <a:t>Jenkinsfile</a:t>
            </a:r>
            <a:r>
              <a:rPr lang="en-ID" sz="1600" dirty="0">
                <a:effectLst/>
              </a:rPr>
              <a:t>) yang </a:t>
            </a:r>
            <a:r>
              <a:rPr lang="en-ID" sz="1600" dirty="0" err="1">
                <a:effectLst/>
              </a:rPr>
              <a:t>berisi</a:t>
            </a:r>
            <a:r>
              <a:rPr lang="en-ID" sz="1600" dirty="0">
                <a:effectLst/>
              </a:rPr>
              <a:t> </a:t>
            </a:r>
            <a:r>
              <a:rPr lang="en-ID" sz="1600" dirty="0" err="1">
                <a:effectLst/>
              </a:rPr>
              <a:t>langkah-langkah</a:t>
            </a:r>
            <a:r>
              <a:rPr lang="en-ID" sz="1600" dirty="0">
                <a:effectLst/>
              </a:rPr>
              <a:t> testing dan deployment.</a:t>
            </a:r>
          </a:p>
          <a:p>
            <a:pPr>
              <a:buFont typeface="+mj-lt"/>
              <a:buAutoNum type="arabicPeriod"/>
            </a:pPr>
            <a:r>
              <a:rPr lang="en-ID" sz="1600" dirty="0" err="1">
                <a:effectLst/>
              </a:rPr>
              <a:t>Integrasikan</a:t>
            </a:r>
            <a:r>
              <a:rPr lang="en-ID" sz="1600" dirty="0">
                <a:effectLst/>
              </a:rPr>
              <a:t> </a:t>
            </a:r>
            <a:r>
              <a:rPr lang="en-ID" sz="1600" dirty="0" err="1">
                <a:effectLst/>
              </a:rPr>
              <a:t>konfigurasi</a:t>
            </a:r>
            <a:r>
              <a:rPr lang="en-ID" sz="1600" dirty="0">
                <a:effectLst/>
              </a:rPr>
              <a:t> </a:t>
            </a:r>
            <a:r>
              <a:rPr lang="en-ID" sz="1600" dirty="0" err="1">
                <a:effectLst/>
              </a:rPr>
              <a:t>dengan</a:t>
            </a:r>
            <a:r>
              <a:rPr lang="en-ID" sz="1600" dirty="0">
                <a:effectLst/>
              </a:rPr>
              <a:t> version control system (</a:t>
            </a:r>
            <a:r>
              <a:rPr lang="en-ID" sz="1600" dirty="0" err="1">
                <a:effectLst/>
              </a:rPr>
              <a:t>seperti</a:t>
            </a:r>
            <a:r>
              <a:rPr lang="en-ID" sz="1600" dirty="0">
                <a:effectLst/>
              </a:rPr>
              <a:t> Git) agar </a:t>
            </a:r>
            <a:r>
              <a:rPr lang="en-ID" sz="1600" dirty="0" err="1">
                <a:effectLst/>
              </a:rPr>
              <a:t>setiap</a:t>
            </a:r>
            <a:r>
              <a:rPr lang="en-ID" sz="1600" dirty="0">
                <a:effectLst/>
              </a:rPr>
              <a:t> </a:t>
            </a:r>
            <a:r>
              <a:rPr lang="en-ID" sz="1600" dirty="0" err="1">
                <a:effectLst/>
              </a:rPr>
              <a:t>perubahan</a:t>
            </a:r>
            <a:r>
              <a:rPr lang="en-ID" sz="1600" dirty="0">
                <a:effectLst/>
              </a:rPr>
              <a:t> pada </a:t>
            </a:r>
            <a:r>
              <a:rPr lang="en-ID" sz="1600" dirty="0" err="1">
                <a:effectLst/>
              </a:rPr>
              <a:t>kode</a:t>
            </a:r>
            <a:r>
              <a:rPr lang="en-ID" sz="1600" dirty="0">
                <a:effectLst/>
              </a:rPr>
              <a:t> </a:t>
            </a:r>
            <a:r>
              <a:rPr lang="en-ID" sz="1600" dirty="0" err="1">
                <a:effectLst/>
              </a:rPr>
              <a:t>langsung</a:t>
            </a:r>
            <a:r>
              <a:rPr lang="en-ID" sz="1600" dirty="0">
                <a:effectLst/>
              </a:rPr>
              <a:t> </a:t>
            </a:r>
            <a:r>
              <a:rPr lang="en-ID" sz="1600" dirty="0" err="1">
                <a:effectLst/>
              </a:rPr>
              <a:t>terintegrasi</a:t>
            </a:r>
            <a:r>
              <a:rPr lang="en-ID" sz="1600" dirty="0">
                <a:effectLst/>
              </a:rPr>
              <a:t> </a:t>
            </a:r>
            <a:r>
              <a:rPr lang="en-ID" sz="1600" dirty="0" err="1">
                <a:effectLst/>
              </a:rPr>
              <a:t>ke</a:t>
            </a:r>
            <a:r>
              <a:rPr lang="en-ID" sz="1600" dirty="0">
                <a:effectLst/>
              </a:rPr>
              <a:t> </a:t>
            </a:r>
            <a:r>
              <a:rPr lang="en-ID" sz="1600" dirty="0" err="1">
                <a:effectLst/>
              </a:rPr>
              <a:t>dalam</a:t>
            </a:r>
            <a:r>
              <a:rPr lang="en-ID" sz="1600" dirty="0">
                <a:effectLst/>
              </a:rPr>
              <a:t> CI/CD pipeline.</a:t>
            </a:r>
          </a:p>
          <a:p>
            <a:endParaRPr lang="en-ID" dirty="0"/>
          </a:p>
        </p:txBody>
      </p:sp>
      <p:sp>
        <p:nvSpPr>
          <p:cNvPr id="4" name="Subtitle 3">
            <a:extLst>
              <a:ext uri="{FF2B5EF4-FFF2-40B4-BE49-F238E27FC236}">
                <a16:creationId xmlns:a16="http://schemas.microsoft.com/office/drawing/2014/main" id="{55FCFE4C-BAC0-7A36-B5D2-82E717139AB8}"/>
              </a:ext>
            </a:extLst>
          </p:cNvPr>
          <p:cNvSpPr>
            <a:spLocks noGrp="1"/>
          </p:cNvSpPr>
          <p:nvPr>
            <p:ph type="subTitle" idx="2"/>
          </p:nvPr>
        </p:nvSpPr>
        <p:spPr>
          <a:xfrm>
            <a:off x="719932" y="1890793"/>
            <a:ext cx="3644100" cy="2531607"/>
          </a:xfrm>
        </p:spPr>
        <p:txBody>
          <a:bodyPr/>
          <a:lstStyle/>
          <a:p>
            <a:r>
              <a:rPr lang="en-ID" sz="1600" b="1" dirty="0" err="1">
                <a:effectLst/>
              </a:rPr>
              <a:t>Konfigurasi</a:t>
            </a:r>
            <a:r>
              <a:rPr lang="en-ID" sz="1600" b="1" dirty="0">
                <a:effectLst/>
              </a:rPr>
              <a:t> CI/CD </a:t>
            </a:r>
            <a:r>
              <a:rPr lang="en-ID" sz="1600" b="1" dirty="0" err="1">
                <a:effectLst/>
              </a:rPr>
              <a:t>untuk</a:t>
            </a:r>
            <a:r>
              <a:rPr lang="en-ID" sz="1600" b="1" dirty="0">
                <a:effectLst/>
              </a:rPr>
              <a:t> Project Python</a:t>
            </a:r>
            <a:endParaRPr lang="en-ID" sz="1600" b="1" dirty="0"/>
          </a:p>
          <a:p>
            <a:r>
              <a:rPr lang="en-ID" sz="1600" dirty="0">
                <a:effectLst/>
              </a:rPr>
              <a:t>Pada project Python, </a:t>
            </a:r>
            <a:r>
              <a:rPr lang="en-ID" sz="1600" dirty="0" err="1">
                <a:effectLst/>
              </a:rPr>
              <a:t>konfigurasi</a:t>
            </a:r>
            <a:r>
              <a:rPr lang="en-ID" sz="1600" dirty="0">
                <a:effectLst/>
              </a:rPr>
              <a:t> CI/CD </a:t>
            </a:r>
            <a:r>
              <a:rPr lang="en-ID" sz="1600" dirty="0" err="1">
                <a:effectLst/>
              </a:rPr>
              <a:t>dapat</a:t>
            </a:r>
            <a:r>
              <a:rPr lang="en-ID" sz="1600" dirty="0">
                <a:effectLst/>
              </a:rPr>
              <a:t> </a:t>
            </a:r>
            <a:r>
              <a:rPr lang="en-ID" sz="1600" dirty="0" err="1">
                <a:effectLst/>
              </a:rPr>
              <a:t>dilakukan</a:t>
            </a:r>
            <a:r>
              <a:rPr lang="en-ID" sz="1600" dirty="0">
                <a:effectLst/>
              </a:rPr>
              <a:t> </a:t>
            </a:r>
            <a:r>
              <a:rPr lang="en-ID" sz="1600" dirty="0" err="1">
                <a:effectLst/>
              </a:rPr>
              <a:t>dengan</a:t>
            </a:r>
            <a:r>
              <a:rPr lang="en-ID" sz="1600" dirty="0">
                <a:effectLst/>
              </a:rPr>
              <a:t> </a:t>
            </a:r>
            <a:r>
              <a:rPr lang="en-ID" sz="1600" dirty="0" err="1">
                <a:effectLst/>
              </a:rPr>
              <a:t>menggunakan</a:t>
            </a:r>
            <a:r>
              <a:rPr lang="en-ID" sz="1600" dirty="0">
                <a:effectLst/>
              </a:rPr>
              <a:t> tools </a:t>
            </a:r>
            <a:r>
              <a:rPr lang="en-ID" sz="1600" dirty="0" err="1">
                <a:effectLst/>
              </a:rPr>
              <a:t>seperti</a:t>
            </a:r>
            <a:r>
              <a:rPr lang="en-ID" sz="1600" dirty="0">
                <a:effectLst/>
              </a:rPr>
              <a:t> Jenkins, Travis CI, </a:t>
            </a:r>
            <a:r>
              <a:rPr lang="en-ID" sz="1600" dirty="0" err="1">
                <a:effectLst/>
              </a:rPr>
              <a:t>atau</a:t>
            </a:r>
            <a:r>
              <a:rPr lang="en-ID" sz="1600" dirty="0">
                <a:effectLst/>
              </a:rPr>
              <a:t> </a:t>
            </a:r>
            <a:r>
              <a:rPr lang="en-ID" sz="1600" dirty="0" err="1">
                <a:effectLst/>
              </a:rPr>
              <a:t>CircleCI</a:t>
            </a:r>
            <a:r>
              <a:rPr lang="en-ID" sz="1600" dirty="0">
                <a:effectLst/>
              </a:rPr>
              <a:t>.</a:t>
            </a:r>
            <a:endParaRPr lang="en-ID" sz="1600" dirty="0"/>
          </a:p>
          <a:p>
            <a:endParaRPr lang="en-ID" dirty="0"/>
          </a:p>
        </p:txBody>
      </p:sp>
      <p:pic>
        <p:nvPicPr>
          <p:cNvPr id="6" name="Picture 5">
            <a:extLst>
              <a:ext uri="{FF2B5EF4-FFF2-40B4-BE49-F238E27FC236}">
                <a16:creationId xmlns:a16="http://schemas.microsoft.com/office/drawing/2014/main" id="{67E4D084-9EE5-A7B5-CD7B-2AF41A4DEB3A}"/>
              </a:ext>
            </a:extLst>
          </p:cNvPr>
          <p:cNvPicPr>
            <a:picLocks noChangeAspect="1"/>
          </p:cNvPicPr>
          <p:nvPr/>
        </p:nvPicPr>
        <p:blipFill>
          <a:blip r:embed="rId2"/>
          <a:stretch>
            <a:fillRect/>
          </a:stretch>
        </p:blipFill>
        <p:spPr>
          <a:xfrm>
            <a:off x="929898" y="573437"/>
            <a:ext cx="3192651" cy="1394848"/>
          </a:xfrm>
          <a:prstGeom prst="rect">
            <a:avLst/>
          </a:prstGeom>
        </p:spPr>
      </p:pic>
    </p:spTree>
    <p:extLst>
      <p:ext uri="{BB962C8B-B14F-4D97-AF65-F5344CB8AC3E}">
        <p14:creationId xmlns:p14="http://schemas.microsoft.com/office/powerpoint/2010/main" val="37513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3E4BBE5C-010A-2EC2-8747-15F90D43611B}"/>
              </a:ext>
            </a:extLst>
          </p:cNvPr>
          <p:cNvSpPr>
            <a:spLocks noGrp="1"/>
          </p:cNvSpPr>
          <p:nvPr>
            <p:ph type="subTitle" idx="2"/>
          </p:nvPr>
        </p:nvSpPr>
        <p:spPr>
          <a:xfrm>
            <a:off x="719932" y="658678"/>
            <a:ext cx="7711146" cy="3763722"/>
          </a:xfrm>
        </p:spPr>
        <p:txBody>
          <a:bodyPr/>
          <a:lstStyle/>
          <a:p>
            <a:pPr algn="just"/>
            <a:r>
              <a:rPr lang="en-ID" b="1" dirty="0" err="1">
                <a:effectLst/>
              </a:rPr>
              <a:t>Konfigurasi</a:t>
            </a:r>
            <a:r>
              <a:rPr lang="en-ID" b="1" dirty="0">
                <a:effectLst/>
              </a:rPr>
              <a:t> CI/CD </a:t>
            </a:r>
            <a:r>
              <a:rPr lang="en-ID" b="1" dirty="0" err="1">
                <a:effectLst/>
              </a:rPr>
              <a:t>untuk</a:t>
            </a:r>
            <a:r>
              <a:rPr lang="en-ID" b="1" dirty="0">
                <a:effectLst/>
              </a:rPr>
              <a:t> Project Python</a:t>
            </a:r>
            <a:endParaRPr lang="en-ID" b="1" dirty="0"/>
          </a:p>
          <a:p>
            <a:pPr algn="just"/>
            <a:r>
              <a:rPr lang="en-ID" dirty="0">
                <a:effectLst/>
              </a:rPr>
              <a:t>Continuous Integration/Continuous Deployment (CI/CD) </a:t>
            </a:r>
            <a:r>
              <a:rPr lang="en-ID" dirty="0" err="1">
                <a:effectLst/>
              </a:rPr>
              <a:t>adalah</a:t>
            </a:r>
            <a:r>
              <a:rPr lang="en-ID" dirty="0">
                <a:effectLst/>
              </a:rPr>
              <a:t> proses </a:t>
            </a:r>
            <a:r>
              <a:rPr lang="en-ID" dirty="0" err="1">
                <a:effectLst/>
              </a:rPr>
              <a:t>otomatisasi</a:t>
            </a:r>
            <a:r>
              <a:rPr lang="en-ID" dirty="0">
                <a:effectLst/>
              </a:rPr>
              <a:t> </a:t>
            </a:r>
            <a:r>
              <a:rPr lang="en-ID" dirty="0" err="1">
                <a:effectLst/>
              </a:rPr>
              <a:t>dalam</a:t>
            </a:r>
            <a:r>
              <a:rPr lang="en-ID" dirty="0">
                <a:effectLst/>
              </a:rPr>
              <a:t> </a:t>
            </a:r>
            <a:r>
              <a:rPr lang="en-ID" dirty="0" err="1">
                <a:effectLst/>
              </a:rPr>
              <a:t>pengembangan</a:t>
            </a:r>
            <a:r>
              <a:rPr lang="en-ID" dirty="0">
                <a:effectLst/>
              </a:rPr>
              <a:t> </a:t>
            </a:r>
            <a:r>
              <a:rPr lang="en-ID" dirty="0" err="1">
                <a:effectLst/>
              </a:rPr>
              <a:t>perangkat</a:t>
            </a:r>
            <a:r>
              <a:rPr lang="en-ID" dirty="0">
                <a:effectLst/>
              </a:rPr>
              <a:t> </a:t>
            </a:r>
            <a:r>
              <a:rPr lang="en-ID" dirty="0" err="1">
                <a:effectLst/>
              </a:rPr>
              <a:t>lunak</a:t>
            </a:r>
            <a:r>
              <a:rPr lang="en-ID" dirty="0">
                <a:effectLst/>
              </a:rPr>
              <a:t> yang </a:t>
            </a:r>
            <a:r>
              <a:rPr lang="en-ID" dirty="0" err="1">
                <a:effectLst/>
              </a:rPr>
              <a:t>memungkinkan</a:t>
            </a:r>
            <a:r>
              <a:rPr lang="en-ID" dirty="0">
                <a:effectLst/>
              </a:rPr>
              <a:t> developer </a:t>
            </a:r>
            <a:r>
              <a:rPr lang="en-ID" dirty="0" err="1">
                <a:effectLst/>
              </a:rPr>
              <a:t>untuk</a:t>
            </a:r>
            <a:r>
              <a:rPr lang="en-ID" dirty="0">
                <a:effectLst/>
              </a:rPr>
              <a:t> </a:t>
            </a:r>
            <a:r>
              <a:rPr lang="en-ID" dirty="0" err="1">
                <a:effectLst/>
              </a:rPr>
              <a:t>mengintegrasikan</a:t>
            </a:r>
            <a:r>
              <a:rPr lang="en-ID" dirty="0">
                <a:effectLst/>
              </a:rPr>
              <a:t> </a:t>
            </a:r>
            <a:r>
              <a:rPr lang="en-ID" dirty="0" err="1">
                <a:effectLst/>
              </a:rPr>
              <a:t>kode</a:t>
            </a:r>
            <a:r>
              <a:rPr lang="en-ID" dirty="0">
                <a:effectLst/>
              </a:rPr>
              <a:t> </a:t>
            </a:r>
            <a:r>
              <a:rPr lang="en-ID" dirty="0" err="1">
                <a:effectLst/>
              </a:rPr>
              <a:t>mereka</a:t>
            </a:r>
            <a:r>
              <a:rPr lang="en-ID" dirty="0">
                <a:effectLst/>
              </a:rPr>
              <a:t> </a:t>
            </a:r>
            <a:r>
              <a:rPr lang="en-ID" dirty="0" err="1">
                <a:effectLst/>
              </a:rPr>
              <a:t>ke</a:t>
            </a:r>
            <a:r>
              <a:rPr lang="en-ID" dirty="0">
                <a:effectLst/>
              </a:rPr>
              <a:t> </a:t>
            </a:r>
            <a:r>
              <a:rPr lang="en-ID" dirty="0" err="1">
                <a:effectLst/>
              </a:rPr>
              <a:t>dalam</a:t>
            </a:r>
            <a:r>
              <a:rPr lang="en-ID" dirty="0">
                <a:effectLst/>
              </a:rPr>
              <a:t> repository </a:t>
            </a:r>
            <a:r>
              <a:rPr lang="en-ID" dirty="0" err="1">
                <a:effectLst/>
              </a:rPr>
              <a:t>bersama</a:t>
            </a:r>
            <a:r>
              <a:rPr lang="en-ID" dirty="0">
                <a:effectLst/>
              </a:rPr>
              <a:t> dan </a:t>
            </a:r>
            <a:r>
              <a:rPr lang="en-ID" dirty="0" err="1">
                <a:effectLst/>
              </a:rPr>
              <a:t>melakukan</a:t>
            </a:r>
            <a:r>
              <a:rPr lang="en-ID" dirty="0">
                <a:effectLst/>
              </a:rPr>
              <a:t> build dan testing </a:t>
            </a:r>
            <a:r>
              <a:rPr lang="en-ID" dirty="0" err="1">
                <a:effectLst/>
              </a:rPr>
              <a:t>secara</a:t>
            </a:r>
            <a:r>
              <a:rPr lang="en-ID" dirty="0">
                <a:effectLst/>
              </a:rPr>
              <a:t> </a:t>
            </a:r>
            <a:r>
              <a:rPr lang="en-ID" dirty="0" err="1">
                <a:effectLst/>
              </a:rPr>
              <a:t>otomatis</a:t>
            </a:r>
            <a:r>
              <a:rPr lang="en-ID" dirty="0">
                <a:effectLst/>
              </a:rPr>
              <a:t> </a:t>
            </a:r>
            <a:r>
              <a:rPr lang="en-ID" dirty="0" err="1">
                <a:effectLst/>
              </a:rPr>
              <a:t>sebelum</a:t>
            </a:r>
            <a:r>
              <a:rPr lang="en-ID" dirty="0">
                <a:effectLst/>
              </a:rPr>
              <a:t> </a:t>
            </a:r>
            <a:r>
              <a:rPr lang="en-ID" dirty="0" err="1">
                <a:effectLst/>
              </a:rPr>
              <a:t>melakukan</a:t>
            </a:r>
            <a:r>
              <a:rPr lang="en-ID" dirty="0">
                <a:effectLst/>
              </a:rPr>
              <a:t> deployment. </a:t>
            </a:r>
            <a:r>
              <a:rPr lang="en-ID" dirty="0" err="1">
                <a:effectLst/>
              </a:rPr>
              <a:t>Dalam</a:t>
            </a:r>
            <a:r>
              <a:rPr lang="en-ID" dirty="0">
                <a:effectLst/>
              </a:rPr>
              <a:t> project Python, CI/CD sangat </a:t>
            </a:r>
            <a:r>
              <a:rPr lang="en-ID" dirty="0" err="1">
                <a:effectLst/>
              </a:rPr>
              <a:t>penting</a:t>
            </a:r>
            <a:r>
              <a:rPr lang="en-ID" dirty="0">
                <a:effectLst/>
              </a:rPr>
              <a:t> </a:t>
            </a:r>
            <a:r>
              <a:rPr lang="en-ID" dirty="0" err="1">
                <a:effectLst/>
              </a:rPr>
              <a:t>untuk</a:t>
            </a:r>
            <a:r>
              <a:rPr lang="en-ID" dirty="0">
                <a:effectLst/>
              </a:rPr>
              <a:t> </a:t>
            </a:r>
            <a:r>
              <a:rPr lang="en-ID" dirty="0" err="1">
                <a:effectLst/>
              </a:rPr>
              <a:t>memastikan</a:t>
            </a:r>
            <a:r>
              <a:rPr lang="en-ID" dirty="0">
                <a:effectLst/>
              </a:rPr>
              <a:t> </a:t>
            </a:r>
            <a:r>
              <a:rPr lang="en-ID" dirty="0" err="1">
                <a:effectLst/>
              </a:rPr>
              <a:t>bahwa</a:t>
            </a:r>
            <a:r>
              <a:rPr lang="en-ID" dirty="0">
                <a:effectLst/>
              </a:rPr>
              <a:t> </a:t>
            </a:r>
            <a:r>
              <a:rPr lang="en-ID" dirty="0" err="1">
                <a:effectLst/>
              </a:rPr>
              <a:t>kode</a:t>
            </a:r>
            <a:r>
              <a:rPr lang="en-ID" dirty="0">
                <a:effectLst/>
              </a:rPr>
              <a:t> yang </a:t>
            </a:r>
            <a:r>
              <a:rPr lang="en-ID" dirty="0" err="1">
                <a:effectLst/>
              </a:rPr>
              <a:t>dikembangkan</a:t>
            </a:r>
            <a:r>
              <a:rPr lang="en-ID" dirty="0">
                <a:effectLst/>
              </a:rPr>
              <a:t> </a:t>
            </a:r>
            <a:r>
              <a:rPr lang="en-ID" dirty="0" err="1">
                <a:effectLst/>
              </a:rPr>
              <a:t>dapat</a:t>
            </a:r>
            <a:r>
              <a:rPr lang="en-ID" dirty="0">
                <a:effectLst/>
              </a:rPr>
              <a:t> </a:t>
            </a:r>
            <a:r>
              <a:rPr lang="en-ID" dirty="0" err="1">
                <a:effectLst/>
              </a:rPr>
              <a:t>berjalan</a:t>
            </a:r>
            <a:r>
              <a:rPr lang="en-ID" dirty="0">
                <a:effectLst/>
              </a:rPr>
              <a:t> </a:t>
            </a:r>
            <a:r>
              <a:rPr lang="en-ID" dirty="0" err="1">
                <a:effectLst/>
              </a:rPr>
              <a:t>dengan</a:t>
            </a:r>
            <a:r>
              <a:rPr lang="en-ID" dirty="0">
                <a:effectLst/>
              </a:rPr>
              <a:t> </a:t>
            </a:r>
            <a:r>
              <a:rPr lang="en-ID" dirty="0" err="1">
                <a:effectLst/>
              </a:rPr>
              <a:t>baik</a:t>
            </a:r>
            <a:r>
              <a:rPr lang="en-ID" dirty="0">
                <a:effectLst/>
              </a:rPr>
              <a:t> dan </a:t>
            </a:r>
            <a:r>
              <a:rPr lang="en-ID" dirty="0" err="1">
                <a:effectLst/>
              </a:rPr>
              <a:t>aman</a:t>
            </a:r>
            <a:r>
              <a:rPr lang="en-ID" dirty="0">
                <a:effectLst/>
              </a:rPr>
              <a:t>.</a:t>
            </a:r>
            <a:endParaRPr lang="en-ID" dirty="0"/>
          </a:p>
          <a:p>
            <a:pPr algn="just"/>
            <a:r>
              <a:rPr lang="en-ID" b="1" dirty="0" err="1">
                <a:effectLst/>
              </a:rPr>
              <a:t>Contoh</a:t>
            </a:r>
            <a:r>
              <a:rPr lang="en-ID" b="1" dirty="0">
                <a:effectLst/>
              </a:rPr>
              <a:t> Langkah-</a:t>
            </a:r>
            <a:r>
              <a:rPr lang="en-ID" b="1" dirty="0" err="1">
                <a:effectLst/>
              </a:rPr>
              <a:t>langkah</a:t>
            </a:r>
            <a:r>
              <a:rPr lang="en-ID" b="1" dirty="0">
                <a:effectLst/>
              </a:rPr>
              <a:t> </a:t>
            </a:r>
            <a:r>
              <a:rPr lang="en-ID" b="1" dirty="0" err="1">
                <a:effectLst/>
              </a:rPr>
              <a:t>Konfigurasi</a:t>
            </a:r>
            <a:endParaRPr lang="en-ID" b="1" dirty="0"/>
          </a:p>
          <a:p>
            <a:pPr algn="just">
              <a:buFont typeface="Arial" panose="020B0604020202020204" pitchFamily="34" charset="0"/>
              <a:buChar char="•"/>
            </a:pPr>
            <a:r>
              <a:rPr lang="en-ID" dirty="0" err="1">
                <a:effectLst/>
              </a:rPr>
              <a:t>Pertama</a:t>
            </a:r>
            <a:r>
              <a:rPr lang="en-ID" dirty="0">
                <a:effectLst/>
              </a:rPr>
              <a:t>, </a:t>
            </a:r>
            <a:r>
              <a:rPr lang="en-ID" dirty="0" err="1">
                <a:effectLst/>
              </a:rPr>
              <a:t>buatlah</a:t>
            </a:r>
            <a:r>
              <a:rPr lang="en-ID" dirty="0">
                <a:effectLst/>
              </a:rPr>
              <a:t> file </a:t>
            </a:r>
            <a:r>
              <a:rPr lang="en-ID" dirty="0" err="1">
                <a:effectLst/>
              </a:rPr>
              <a:t>konfigurasi</a:t>
            </a:r>
            <a:r>
              <a:rPr lang="en-ID" dirty="0">
                <a:effectLst/>
              </a:rPr>
              <a:t> CI/CD pada repository project Python Anda. File </a:t>
            </a:r>
            <a:r>
              <a:rPr lang="en-ID" dirty="0" err="1">
                <a:effectLst/>
              </a:rPr>
              <a:t>ini</a:t>
            </a:r>
            <a:r>
              <a:rPr lang="en-ID" dirty="0">
                <a:effectLst/>
              </a:rPr>
              <a:t> </a:t>
            </a:r>
            <a:r>
              <a:rPr lang="en-ID" dirty="0" err="1">
                <a:effectLst/>
              </a:rPr>
              <a:t>dapat</a:t>
            </a:r>
            <a:r>
              <a:rPr lang="en-ID" dirty="0">
                <a:effectLst/>
              </a:rPr>
              <a:t> </a:t>
            </a:r>
            <a:r>
              <a:rPr lang="en-ID" dirty="0" err="1">
                <a:effectLst/>
              </a:rPr>
              <a:t>berupa</a:t>
            </a:r>
            <a:r>
              <a:rPr lang="en-ID" dirty="0">
                <a:effectLst/>
              </a:rPr>
              <a:t> YAML </a:t>
            </a:r>
            <a:r>
              <a:rPr lang="en-ID" dirty="0" err="1">
                <a:effectLst/>
              </a:rPr>
              <a:t>atau</a:t>
            </a:r>
            <a:r>
              <a:rPr lang="en-ID" dirty="0">
                <a:effectLst/>
              </a:rPr>
              <a:t> JSON dan </a:t>
            </a:r>
            <a:r>
              <a:rPr lang="en-ID" dirty="0" err="1">
                <a:effectLst/>
              </a:rPr>
              <a:t>biasanya</a:t>
            </a:r>
            <a:r>
              <a:rPr lang="en-ID" dirty="0">
                <a:effectLst/>
              </a:rPr>
              <a:t> </a:t>
            </a:r>
            <a:r>
              <a:rPr lang="en-ID" dirty="0" err="1">
                <a:effectLst/>
              </a:rPr>
              <a:t>disebut</a:t>
            </a:r>
            <a:r>
              <a:rPr lang="en-ID" dirty="0">
                <a:effectLst/>
              </a:rPr>
              <a:t> </a:t>
            </a:r>
            <a:r>
              <a:rPr lang="en-ID" dirty="0" err="1">
                <a:effectLst/>
              </a:rPr>
              <a:t>sebagai</a:t>
            </a:r>
            <a:r>
              <a:rPr lang="en-ID" dirty="0">
                <a:effectLst/>
              </a:rPr>
              <a:t> file </a:t>
            </a:r>
            <a:r>
              <a:rPr lang="en-ID" dirty="0" err="1">
                <a:effectLst/>
              </a:rPr>
              <a:t>konfigurasi</a:t>
            </a:r>
            <a:r>
              <a:rPr lang="en-ID" dirty="0">
                <a:effectLst/>
              </a:rPr>
              <a:t> CI/CD. File </a:t>
            </a:r>
            <a:r>
              <a:rPr lang="en-ID" dirty="0" err="1">
                <a:effectLst/>
              </a:rPr>
              <a:t>ini</a:t>
            </a:r>
            <a:r>
              <a:rPr lang="en-ID" dirty="0">
                <a:effectLst/>
              </a:rPr>
              <a:t> </a:t>
            </a:r>
            <a:r>
              <a:rPr lang="en-ID" dirty="0" err="1">
                <a:effectLst/>
              </a:rPr>
              <a:t>akan</a:t>
            </a:r>
            <a:r>
              <a:rPr lang="en-ID" dirty="0">
                <a:effectLst/>
              </a:rPr>
              <a:t> </a:t>
            </a:r>
            <a:r>
              <a:rPr lang="en-ID" dirty="0" err="1">
                <a:effectLst/>
              </a:rPr>
              <a:t>digunakan</a:t>
            </a:r>
            <a:r>
              <a:rPr lang="en-ID" dirty="0">
                <a:effectLst/>
              </a:rPr>
              <a:t> oleh </a:t>
            </a:r>
            <a:r>
              <a:rPr lang="en-ID" dirty="0" err="1">
                <a:effectLst/>
              </a:rPr>
              <a:t>sistem</a:t>
            </a:r>
            <a:r>
              <a:rPr lang="en-ID" dirty="0">
                <a:effectLst/>
              </a:rPr>
              <a:t> CI/CD </a:t>
            </a:r>
            <a:r>
              <a:rPr lang="en-ID" dirty="0" err="1">
                <a:effectLst/>
              </a:rPr>
              <a:t>untuk</a:t>
            </a:r>
            <a:r>
              <a:rPr lang="en-ID" dirty="0">
                <a:effectLst/>
              </a:rPr>
              <a:t> </a:t>
            </a:r>
            <a:r>
              <a:rPr lang="en-ID" dirty="0" err="1">
                <a:effectLst/>
              </a:rPr>
              <a:t>melakukan</a:t>
            </a:r>
            <a:r>
              <a:rPr lang="en-ID" dirty="0">
                <a:effectLst/>
              </a:rPr>
              <a:t> build dan testing pada </a:t>
            </a:r>
            <a:r>
              <a:rPr lang="en-ID" dirty="0" err="1">
                <a:effectLst/>
              </a:rPr>
              <a:t>kode</a:t>
            </a:r>
            <a:r>
              <a:rPr lang="en-ID" dirty="0">
                <a:effectLst/>
              </a:rPr>
              <a:t> Anda.</a:t>
            </a:r>
          </a:p>
          <a:p>
            <a:pPr algn="just">
              <a:buFont typeface="Arial" panose="020B0604020202020204" pitchFamily="34" charset="0"/>
              <a:buChar char="•"/>
            </a:pPr>
            <a:r>
              <a:rPr lang="en-ID" dirty="0" err="1">
                <a:effectLst/>
              </a:rPr>
              <a:t>Kedua</a:t>
            </a:r>
            <a:r>
              <a:rPr lang="en-ID" dirty="0">
                <a:effectLst/>
              </a:rPr>
              <a:t>, </a:t>
            </a:r>
            <a:r>
              <a:rPr lang="en-ID" dirty="0" err="1">
                <a:effectLst/>
              </a:rPr>
              <a:t>pilihlah</a:t>
            </a:r>
            <a:r>
              <a:rPr lang="en-ID" dirty="0">
                <a:effectLst/>
              </a:rPr>
              <a:t> </a:t>
            </a:r>
            <a:r>
              <a:rPr lang="en-ID" dirty="0" err="1">
                <a:effectLst/>
              </a:rPr>
              <a:t>sistem</a:t>
            </a:r>
            <a:r>
              <a:rPr lang="en-ID" dirty="0">
                <a:effectLst/>
              </a:rPr>
              <a:t> CI/CD yang Anda </a:t>
            </a:r>
            <a:r>
              <a:rPr lang="en-ID" dirty="0" err="1">
                <a:effectLst/>
              </a:rPr>
              <a:t>inginkan</a:t>
            </a:r>
            <a:r>
              <a:rPr lang="en-ID" dirty="0">
                <a:effectLst/>
              </a:rPr>
              <a:t>. </a:t>
            </a:r>
            <a:r>
              <a:rPr lang="en-ID" dirty="0" err="1">
                <a:effectLst/>
              </a:rPr>
              <a:t>Beberapa</a:t>
            </a:r>
            <a:r>
              <a:rPr lang="en-ID" dirty="0">
                <a:effectLst/>
              </a:rPr>
              <a:t> </a:t>
            </a:r>
            <a:r>
              <a:rPr lang="en-ID" dirty="0" err="1">
                <a:effectLst/>
              </a:rPr>
              <a:t>sistem</a:t>
            </a:r>
            <a:r>
              <a:rPr lang="en-ID" dirty="0">
                <a:effectLst/>
              </a:rPr>
              <a:t> CI/CD yang </a:t>
            </a:r>
            <a:r>
              <a:rPr lang="en-ID" dirty="0" err="1">
                <a:effectLst/>
              </a:rPr>
              <a:t>populer</a:t>
            </a:r>
            <a:r>
              <a:rPr lang="en-ID" dirty="0">
                <a:effectLst/>
              </a:rPr>
              <a:t> </a:t>
            </a:r>
            <a:r>
              <a:rPr lang="en-ID" dirty="0" err="1">
                <a:effectLst/>
              </a:rPr>
              <a:t>untuk</a:t>
            </a:r>
            <a:r>
              <a:rPr lang="en-ID" dirty="0">
                <a:effectLst/>
              </a:rPr>
              <a:t> project Python </a:t>
            </a:r>
            <a:r>
              <a:rPr lang="en-ID" dirty="0" err="1">
                <a:effectLst/>
              </a:rPr>
              <a:t>adalah</a:t>
            </a:r>
            <a:r>
              <a:rPr lang="en-ID" dirty="0">
                <a:effectLst/>
              </a:rPr>
              <a:t> Jenkins, Travis CI, dan </a:t>
            </a:r>
            <a:r>
              <a:rPr lang="en-ID" dirty="0" err="1">
                <a:effectLst/>
              </a:rPr>
              <a:t>CircleCI</a:t>
            </a:r>
            <a:r>
              <a:rPr lang="en-ID" dirty="0">
                <a:effectLst/>
              </a:rPr>
              <a:t>. </a:t>
            </a:r>
            <a:r>
              <a:rPr lang="en-ID" dirty="0" err="1">
                <a:effectLst/>
              </a:rPr>
              <a:t>Setelah</a:t>
            </a:r>
            <a:r>
              <a:rPr lang="en-ID" dirty="0">
                <a:effectLst/>
              </a:rPr>
              <a:t> </a:t>
            </a:r>
            <a:r>
              <a:rPr lang="en-ID" dirty="0" err="1">
                <a:effectLst/>
              </a:rPr>
              <a:t>memilih</a:t>
            </a:r>
            <a:r>
              <a:rPr lang="en-ID" dirty="0">
                <a:effectLst/>
              </a:rPr>
              <a:t> </a:t>
            </a:r>
            <a:r>
              <a:rPr lang="en-ID" dirty="0" err="1">
                <a:effectLst/>
              </a:rPr>
              <a:t>sistem</a:t>
            </a:r>
            <a:r>
              <a:rPr lang="en-ID" dirty="0">
                <a:effectLst/>
              </a:rPr>
              <a:t> CI/CD, Anda </a:t>
            </a:r>
            <a:r>
              <a:rPr lang="en-ID" dirty="0" err="1">
                <a:effectLst/>
              </a:rPr>
              <a:t>harus</a:t>
            </a:r>
            <a:r>
              <a:rPr lang="en-ID" dirty="0">
                <a:effectLst/>
              </a:rPr>
              <a:t> </a:t>
            </a:r>
            <a:r>
              <a:rPr lang="en-ID" dirty="0" err="1">
                <a:effectLst/>
              </a:rPr>
              <a:t>mengonfigurasi</a:t>
            </a:r>
            <a:r>
              <a:rPr lang="en-ID" dirty="0">
                <a:effectLst/>
              </a:rPr>
              <a:t> </a:t>
            </a:r>
            <a:r>
              <a:rPr lang="en-ID" dirty="0" err="1">
                <a:effectLst/>
              </a:rPr>
              <a:t>sistem</a:t>
            </a:r>
            <a:r>
              <a:rPr lang="en-ID" dirty="0">
                <a:effectLst/>
              </a:rPr>
              <a:t> </a:t>
            </a:r>
            <a:r>
              <a:rPr lang="en-ID" dirty="0" err="1">
                <a:effectLst/>
              </a:rPr>
              <a:t>tersebut</a:t>
            </a:r>
            <a:r>
              <a:rPr lang="en-ID" dirty="0">
                <a:effectLst/>
              </a:rPr>
              <a:t> agar </a:t>
            </a:r>
            <a:r>
              <a:rPr lang="en-ID" dirty="0" err="1">
                <a:effectLst/>
              </a:rPr>
              <a:t>dapat</a:t>
            </a:r>
            <a:r>
              <a:rPr lang="en-ID" dirty="0">
                <a:effectLst/>
              </a:rPr>
              <a:t> </a:t>
            </a:r>
            <a:r>
              <a:rPr lang="en-ID" dirty="0" err="1">
                <a:effectLst/>
              </a:rPr>
              <a:t>terhubung</a:t>
            </a:r>
            <a:r>
              <a:rPr lang="en-ID" dirty="0">
                <a:effectLst/>
              </a:rPr>
              <a:t> </a:t>
            </a:r>
            <a:r>
              <a:rPr lang="en-ID" dirty="0" err="1">
                <a:effectLst/>
              </a:rPr>
              <a:t>ke</a:t>
            </a:r>
            <a:r>
              <a:rPr lang="en-ID" dirty="0">
                <a:effectLst/>
              </a:rPr>
              <a:t> repository Anda dan </a:t>
            </a:r>
            <a:r>
              <a:rPr lang="en-ID" dirty="0" err="1">
                <a:effectLst/>
              </a:rPr>
              <a:t>menggunakan</a:t>
            </a:r>
            <a:r>
              <a:rPr lang="en-ID" dirty="0">
                <a:effectLst/>
              </a:rPr>
              <a:t> file </a:t>
            </a:r>
            <a:r>
              <a:rPr lang="en-ID" dirty="0" err="1">
                <a:effectLst/>
              </a:rPr>
              <a:t>konfigurasi</a:t>
            </a:r>
            <a:r>
              <a:rPr lang="en-ID" dirty="0">
                <a:effectLst/>
              </a:rPr>
              <a:t> CI/CD yang </a:t>
            </a:r>
            <a:r>
              <a:rPr lang="en-ID" dirty="0" err="1">
                <a:effectLst/>
              </a:rPr>
              <a:t>telah</a:t>
            </a:r>
            <a:r>
              <a:rPr lang="en-ID" dirty="0">
                <a:effectLst/>
              </a:rPr>
              <a:t> </a:t>
            </a:r>
            <a:r>
              <a:rPr lang="en-ID" dirty="0" err="1">
                <a:effectLst/>
              </a:rPr>
              <a:t>dibuat</a:t>
            </a:r>
            <a:r>
              <a:rPr lang="en-ID" dirty="0">
                <a:effectLst/>
              </a:rPr>
              <a:t> </a:t>
            </a:r>
            <a:r>
              <a:rPr lang="en-ID" dirty="0" err="1">
                <a:effectLst/>
              </a:rPr>
              <a:t>sebelumnya</a:t>
            </a:r>
            <a:r>
              <a:rPr lang="en-ID" dirty="0">
                <a:effectLst/>
              </a:rPr>
              <a:t>.</a:t>
            </a:r>
          </a:p>
          <a:p>
            <a:pPr algn="just">
              <a:buFont typeface="Arial" panose="020B0604020202020204" pitchFamily="34" charset="0"/>
              <a:buChar char="•"/>
            </a:pPr>
            <a:r>
              <a:rPr lang="en-ID" dirty="0" err="1">
                <a:effectLst/>
              </a:rPr>
              <a:t>Ketiga</a:t>
            </a:r>
            <a:r>
              <a:rPr lang="en-ID" dirty="0">
                <a:effectLst/>
              </a:rPr>
              <a:t>, </a:t>
            </a:r>
            <a:r>
              <a:rPr lang="en-ID" dirty="0" err="1">
                <a:effectLst/>
              </a:rPr>
              <a:t>setelah</a:t>
            </a:r>
            <a:r>
              <a:rPr lang="en-ID" dirty="0">
                <a:effectLst/>
              </a:rPr>
              <a:t> </a:t>
            </a:r>
            <a:r>
              <a:rPr lang="en-ID" dirty="0" err="1">
                <a:effectLst/>
              </a:rPr>
              <a:t>sistem</a:t>
            </a:r>
            <a:r>
              <a:rPr lang="en-ID" dirty="0">
                <a:effectLst/>
              </a:rPr>
              <a:t> CI/CD </a:t>
            </a:r>
            <a:r>
              <a:rPr lang="en-ID" dirty="0" err="1">
                <a:effectLst/>
              </a:rPr>
              <a:t>terhubung</a:t>
            </a:r>
            <a:r>
              <a:rPr lang="en-ID" dirty="0">
                <a:effectLst/>
              </a:rPr>
              <a:t> </a:t>
            </a:r>
            <a:r>
              <a:rPr lang="en-ID" dirty="0" err="1">
                <a:effectLst/>
              </a:rPr>
              <a:t>dengan</a:t>
            </a:r>
            <a:r>
              <a:rPr lang="en-ID" dirty="0">
                <a:effectLst/>
              </a:rPr>
              <a:t> repository Anda, Anda </a:t>
            </a:r>
            <a:r>
              <a:rPr lang="en-ID" dirty="0" err="1">
                <a:effectLst/>
              </a:rPr>
              <a:t>dapat</a:t>
            </a:r>
            <a:r>
              <a:rPr lang="en-ID" dirty="0">
                <a:effectLst/>
              </a:rPr>
              <a:t> </a:t>
            </a:r>
            <a:r>
              <a:rPr lang="en-ID" dirty="0" err="1">
                <a:effectLst/>
              </a:rPr>
              <a:t>melakukan</a:t>
            </a:r>
            <a:r>
              <a:rPr lang="en-ID" dirty="0">
                <a:effectLst/>
              </a:rPr>
              <a:t> build dan testing pada </a:t>
            </a:r>
            <a:r>
              <a:rPr lang="en-ID" dirty="0" err="1">
                <a:effectLst/>
              </a:rPr>
              <a:t>kode</a:t>
            </a:r>
            <a:r>
              <a:rPr lang="en-ID" dirty="0">
                <a:effectLst/>
              </a:rPr>
              <a:t> Anda </a:t>
            </a:r>
            <a:r>
              <a:rPr lang="en-ID" dirty="0" err="1">
                <a:effectLst/>
              </a:rPr>
              <a:t>secara</a:t>
            </a:r>
            <a:r>
              <a:rPr lang="en-ID" dirty="0">
                <a:effectLst/>
              </a:rPr>
              <a:t> </a:t>
            </a:r>
            <a:r>
              <a:rPr lang="en-ID" dirty="0" err="1">
                <a:effectLst/>
              </a:rPr>
              <a:t>otomatis</a:t>
            </a:r>
            <a:r>
              <a:rPr lang="en-ID" dirty="0">
                <a:effectLst/>
              </a:rPr>
              <a:t> </a:t>
            </a:r>
            <a:r>
              <a:rPr lang="en-ID" dirty="0" err="1">
                <a:effectLst/>
              </a:rPr>
              <a:t>setiap</a:t>
            </a:r>
            <a:r>
              <a:rPr lang="en-ID" dirty="0">
                <a:effectLst/>
              </a:rPr>
              <a:t> kali </a:t>
            </a:r>
            <a:r>
              <a:rPr lang="en-ID" dirty="0" err="1">
                <a:effectLst/>
              </a:rPr>
              <a:t>terdapat</a:t>
            </a:r>
            <a:r>
              <a:rPr lang="en-ID" dirty="0">
                <a:effectLst/>
              </a:rPr>
              <a:t> </a:t>
            </a:r>
            <a:r>
              <a:rPr lang="en-ID" dirty="0" err="1">
                <a:effectLst/>
              </a:rPr>
              <a:t>perubahan</a:t>
            </a:r>
            <a:r>
              <a:rPr lang="en-ID" dirty="0">
                <a:effectLst/>
              </a:rPr>
              <a:t> pada repository. </a:t>
            </a:r>
            <a:r>
              <a:rPr lang="en-ID" dirty="0" err="1">
                <a:effectLst/>
              </a:rPr>
              <a:t>Sistem</a:t>
            </a:r>
            <a:r>
              <a:rPr lang="en-ID" dirty="0">
                <a:effectLst/>
              </a:rPr>
              <a:t> CI/CD </a:t>
            </a:r>
            <a:r>
              <a:rPr lang="en-ID" dirty="0" err="1">
                <a:effectLst/>
              </a:rPr>
              <a:t>akan</a:t>
            </a:r>
            <a:r>
              <a:rPr lang="en-ID" dirty="0">
                <a:effectLst/>
              </a:rPr>
              <a:t> </a:t>
            </a:r>
            <a:r>
              <a:rPr lang="en-ID" dirty="0" err="1">
                <a:effectLst/>
              </a:rPr>
              <a:t>memberikan</a:t>
            </a:r>
            <a:r>
              <a:rPr lang="en-ID" dirty="0">
                <a:effectLst/>
              </a:rPr>
              <a:t> </a:t>
            </a:r>
            <a:r>
              <a:rPr lang="en-ID" dirty="0" err="1">
                <a:effectLst/>
              </a:rPr>
              <a:t>laporan</a:t>
            </a:r>
            <a:r>
              <a:rPr lang="en-ID" dirty="0">
                <a:effectLst/>
              </a:rPr>
              <a:t> </a:t>
            </a:r>
            <a:r>
              <a:rPr lang="en-ID" dirty="0" err="1">
                <a:effectLst/>
              </a:rPr>
              <a:t>hasil</a:t>
            </a:r>
            <a:r>
              <a:rPr lang="en-ID" dirty="0">
                <a:effectLst/>
              </a:rPr>
              <a:t> build dan testing </a:t>
            </a:r>
            <a:r>
              <a:rPr lang="en-ID" dirty="0" err="1">
                <a:effectLst/>
              </a:rPr>
              <a:t>kepada</a:t>
            </a:r>
            <a:r>
              <a:rPr lang="en-ID" dirty="0">
                <a:effectLst/>
              </a:rPr>
              <a:t> Anda, </a:t>
            </a:r>
            <a:r>
              <a:rPr lang="en-ID" dirty="0" err="1">
                <a:effectLst/>
              </a:rPr>
              <a:t>sehingga</a:t>
            </a:r>
            <a:r>
              <a:rPr lang="en-ID" dirty="0">
                <a:effectLst/>
              </a:rPr>
              <a:t> Anda </a:t>
            </a:r>
            <a:r>
              <a:rPr lang="en-ID" dirty="0" err="1">
                <a:effectLst/>
              </a:rPr>
              <a:t>dapat</a:t>
            </a:r>
            <a:r>
              <a:rPr lang="en-ID" dirty="0">
                <a:effectLst/>
              </a:rPr>
              <a:t> </a:t>
            </a:r>
            <a:r>
              <a:rPr lang="en-ID" dirty="0" err="1">
                <a:effectLst/>
              </a:rPr>
              <a:t>memperbaiki</a:t>
            </a:r>
            <a:r>
              <a:rPr lang="en-ID" dirty="0">
                <a:effectLst/>
              </a:rPr>
              <a:t> </a:t>
            </a:r>
            <a:r>
              <a:rPr lang="en-ID" dirty="0" err="1">
                <a:effectLst/>
              </a:rPr>
              <a:t>masalah</a:t>
            </a:r>
            <a:r>
              <a:rPr lang="en-ID" dirty="0">
                <a:effectLst/>
              </a:rPr>
              <a:t> yang </a:t>
            </a:r>
            <a:r>
              <a:rPr lang="en-ID" dirty="0" err="1">
                <a:effectLst/>
              </a:rPr>
              <a:t>terjadi</a:t>
            </a:r>
            <a:r>
              <a:rPr lang="en-ID" dirty="0">
                <a:effectLst/>
              </a:rPr>
              <a:t> pada </a:t>
            </a:r>
            <a:r>
              <a:rPr lang="en-ID" dirty="0" err="1">
                <a:effectLst/>
              </a:rPr>
              <a:t>kode</a:t>
            </a:r>
            <a:r>
              <a:rPr lang="en-ID" dirty="0">
                <a:effectLst/>
              </a:rPr>
              <a:t> Anda </a:t>
            </a:r>
            <a:r>
              <a:rPr lang="en-ID" dirty="0" err="1">
                <a:effectLst/>
              </a:rPr>
              <a:t>dengan</a:t>
            </a:r>
            <a:r>
              <a:rPr lang="en-ID" dirty="0">
                <a:effectLst/>
              </a:rPr>
              <a:t> </a:t>
            </a:r>
            <a:r>
              <a:rPr lang="en-ID" dirty="0" err="1">
                <a:effectLst/>
              </a:rPr>
              <a:t>cepat</a:t>
            </a:r>
            <a:r>
              <a:rPr lang="en-ID" dirty="0">
                <a:effectLst/>
              </a:rPr>
              <a:t> dan </a:t>
            </a:r>
            <a:r>
              <a:rPr lang="en-ID" dirty="0" err="1">
                <a:effectLst/>
              </a:rPr>
              <a:t>efisien</a:t>
            </a:r>
            <a:r>
              <a:rPr lang="en-ID" dirty="0">
                <a:effectLst/>
              </a:rPr>
              <a:t>.</a:t>
            </a:r>
          </a:p>
          <a:p>
            <a:pPr algn="just"/>
            <a:endParaRPr lang="en-ID" dirty="0"/>
          </a:p>
        </p:txBody>
      </p:sp>
    </p:spTree>
    <p:extLst>
      <p:ext uri="{BB962C8B-B14F-4D97-AF65-F5344CB8AC3E}">
        <p14:creationId xmlns:p14="http://schemas.microsoft.com/office/powerpoint/2010/main" val="3569884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CFF04-2096-C8F1-A649-13F236E48B6A}"/>
              </a:ext>
            </a:extLst>
          </p:cNvPr>
          <p:cNvSpPr>
            <a:spLocks noGrp="1"/>
          </p:cNvSpPr>
          <p:nvPr>
            <p:ph type="title"/>
          </p:nvPr>
        </p:nvSpPr>
        <p:spPr>
          <a:xfrm>
            <a:off x="719999" y="539500"/>
            <a:ext cx="7680081" cy="572700"/>
          </a:xfrm>
        </p:spPr>
        <p:txBody>
          <a:bodyPr/>
          <a:lstStyle/>
          <a:p>
            <a:r>
              <a:rPr lang="en-ID" dirty="0" err="1"/>
              <a:t>Referensi</a:t>
            </a:r>
            <a:r>
              <a:rPr lang="en-ID" dirty="0"/>
              <a:t> </a:t>
            </a:r>
            <a:r>
              <a:rPr lang="en-ID" dirty="0" err="1"/>
              <a:t>atau</a:t>
            </a:r>
            <a:r>
              <a:rPr lang="en-ID" dirty="0"/>
              <a:t> </a:t>
            </a:r>
            <a:r>
              <a:rPr lang="en-ID" dirty="0" err="1"/>
              <a:t>Sumber</a:t>
            </a:r>
            <a:r>
              <a:rPr lang="en-ID" dirty="0"/>
              <a:t> </a:t>
            </a:r>
            <a:r>
              <a:rPr lang="en-ID" dirty="0" err="1"/>
              <a:t>Materi</a:t>
            </a:r>
            <a:endParaRPr lang="en-ID" dirty="0"/>
          </a:p>
        </p:txBody>
      </p:sp>
      <p:sp>
        <p:nvSpPr>
          <p:cNvPr id="3" name="Text Placeholder 2">
            <a:extLst>
              <a:ext uri="{FF2B5EF4-FFF2-40B4-BE49-F238E27FC236}">
                <a16:creationId xmlns:a16="http://schemas.microsoft.com/office/drawing/2014/main" id="{4F56C18B-1E6E-496E-4A45-69A97952B0EA}"/>
              </a:ext>
            </a:extLst>
          </p:cNvPr>
          <p:cNvSpPr>
            <a:spLocks noGrp="1"/>
          </p:cNvSpPr>
          <p:nvPr>
            <p:ph type="body" idx="1"/>
          </p:nvPr>
        </p:nvSpPr>
        <p:spPr>
          <a:xfrm>
            <a:off x="719999" y="1215750"/>
            <a:ext cx="7680082" cy="2844806"/>
          </a:xfrm>
        </p:spPr>
        <p:txBody>
          <a:bodyPr/>
          <a:lstStyle/>
          <a:p>
            <a:pPr algn="just"/>
            <a:r>
              <a:rPr lang="en-ID" sz="1800" dirty="0" err="1">
                <a:effectLst/>
              </a:rPr>
              <a:t>Berikut</a:t>
            </a:r>
            <a:r>
              <a:rPr lang="en-ID" sz="1800" dirty="0">
                <a:effectLst/>
              </a:rPr>
              <a:t> </a:t>
            </a:r>
            <a:r>
              <a:rPr lang="en-ID" sz="1800" dirty="0" err="1">
                <a:effectLst/>
              </a:rPr>
              <a:t>adalah</a:t>
            </a:r>
            <a:r>
              <a:rPr lang="en-ID" sz="1800" dirty="0">
                <a:effectLst/>
              </a:rPr>
              <a:t> </a:t>
            </a:r>
            <a:r>
              <a:rPr lang="en-ID" sz="1800" dirty="0" err="1">
                <a:effectLst/>
              </a:rPr>
              <a:t>beberapa</a:t>
            </a:r>
            <a:r>
              <a:rPr lang="en-ID" sz="1800" dirty="0">
                <a:effectLst/>
              </a:rPr>
              <a:t> </a:t>
            </a:r>
            <a:r>
              <a:rPr lang="en-ID" sz="1800" dirty="0" err="1">
                <a:effectLst/>
              </a:rPr>
              <a:t>referensi</a:t>
            </a:r>
            <a:r>
              <a:rPr lang="en-ID" sz="1800" dirty="0">
                <a:effectLst/>
              </a:rPr>
              <a:t> </a:t>
            </a:r>
            <a:r>
              <a:rPr lang="en-ID" sz="1800" dirty="0" err="1">
                <a:effectLst/>
              </a:rPr>
              <a:t>atau</a:t>
            </a:r>
            <a:r>
              <a:rPr lang="en-ID" sz="1800" dirty="0">
                <a:effectLst/>
              </a:rPr>
              <a:t> </a:t>
            </a:r>
            <a:r>
              <a:rPr lang="en-ID" sz="1800" dirty="0" err="1">
                <a:effectLst/>
              </a:rPr>
              <a:t>sumber</a:t>
            </a:r>
            <a:r>
              <a:rPr lang="en-ID" sz="1800" dirty="0">
                <a:effectLst/>
              </a:rPr>
              <a:t> </a:t>
            </a:r>
            <a:r>
              <a:rPr lang="en-ID" sz="1800" dirty="0" err="1">
                <a:effectLst/>
              </a:rPr>
              <a:t>materi</a:t>
            </a:r>
            <a:r>
              <a:rPr lang="en-ID" sz="1800" dirty="0">
                <a:effectLst/>
              </a:rPr>
              <a:t> yang </a:t>
            </a:r>
            <a:r>
              <a:rPr lang="en-ID" sz="1800" dirty="0" err="1">
                <a:effectLst/>
              </a:rPr>
              <a:t>dapat</a:t>
            </a:r>
            <a:r>
              <a:rPr lang="en-ID" sz="1800" dirty="0">
                <a:effectLst/>
              </a:rPr>
              <a:t> </a:t>
            </a:r>
            <a:r>
              <a:rPr lang="en-ID" sz="1800" dirty="0" err="1">
                <a:effectLst/>
              </a:rPr>
              <a:t>digunakan</a:t>
            </a:r>
            <a:r>
              <a:rPr lang="en-ID" sz="1800" dirty="0">
                <a:effectLst/>
              </a:rPr>
              <a:t> </a:t>
            </a:r>
            <a:r>
              <a:rPr lang="en-ID" sz="1800" dirty="0" err="1">
                <a:effectLst/>
              </a:rPr>
              <a:t>untuk</a:t>
            </a:r>
            <a:r>
              <a:rPr lang="en-ID" sz="1800" dirty="0">
                <a:effectLst/>
              </a:rPr>
              <a:t> </a:t>
            </a:r>
            <a:r>
              <a:rPr lang="en-ID" sz="1800" dirty="0" err="1">
                <a:effectLst/>
              </a:rPr>
              <a:t>mempelajari</a:t>
            </a:r>
            <a:r>
              <a:rPr lang="en-ID" sz="1800" dirty="0">
                <a:effectLst/>
              </a:rPr>
              <a:t> </a:t>
            </a:r>
            <a:r>
              <a:rPr lang="en-ID" sz="1800" dirty="0" err="1">
                <a:effectLst/>
              </a:rPr>
              <a:t>whitebox</a:t>
            </a:r>
            <a:r>
              <a:rPr lang="en-ID" sz="1800" dirty="0">
                <a:effectLst/>
              </a:rPr>
              <a:t> testing, unit testing, dan CI/CD </a:t>
            </a:r>
            <a:r>
              <a:rPr lang="en-ID" sz="1800" dirty="0" err="1">
                <a:effectLst/>
              </a:rPr>
              <a:t>dalam</a:t>
            </a:r>
            <a:r>
              <a:rPr lang="en-ID" sz="1800" dirty="0">
                <a:effectLst/>
              </a:rPr>
              <a:t> Python:</a:t>
            </a:r>
            <a:endParaRPr lang="en-ID" sz="1800" dirty="0"/>
          </a:p>
          <a:p>
            <a:pPr algn="just">
              <a:buFont typeface="Arial" panose="020B0604020202020204" pitchFamily="34" charset="0"/>
              <a:buChar char="•"/>
            </a:pPr>
            <a:r>
              <a:rPr lang="en-ID" sz="1800" dirty="0">
                <a:effectLst/>
              </a:rPr>
              <a:t>Python Testing with </a:t>
            </a:r>
            <a:r>
              <a:rPr lang="en-ID" sz="1800" dirty="0" err="1">
                <a:effectLst/>
              </a:rPr>
              <a:t>pytest</a:t>
            </a:r>
            <a:r>
              <a:rPr lang="en-ID" sz="1800" dirty="0">
                <a:effectLst/>
              </a:rPr>
              <a:t> by Brian </a:t>
            </a:r>
            <a:r>
              <a:rPr lang="en-ID" sz="1800" dirty="0" err="1">
                <a:effectLst/>
              </a:rPr>
              <a:t>Okken</a:t>
            </a:r>
            <a:endParaRPr lang="en-ID" sz="1800" dirty="0">
              <a:effectLst/>
            </a:endParaRPr>
          </a:p>
          <a:p>
            <a:pPr algn="just">
              <a:buFont typeface="Arial" panose="020B0604020202020204" pitchFamily="34" charset="0"/>
              <a:buChar char="•"/>
            </a:pPr>
            <a:r>
              <a:rPr lang="en-ID" sz="1800" dirty="0">
                <a:effectLst/>
              </a:rPr>
              <a:t>Continuous Integration and Continuous Delivery for Python Projects by Martin Fowler</a:t>
            </a:r>
          </a:p>
          <a:p>
            <a:pPr algn="just">
              <a:buFont typeface="Arial" panose="020B0604020202020204" pitchFamily="34" charset="0"/>
              <a:buChar char="•"/>
            </a:pPr>
            <a:r>
              <a:rPr lang="en-ID" sz="1800" dirty="0">
                <a:effectLst/>
              </a:rPr>
              <a:t>Python Testing Cookbook by Greg L. </a:t>
            </a:r>
            <a:r>
              <a:rPr lang="en-ID" sz="1800" dirty="0" err="1">
                <a:effectLst/>
              </a:rPr>
              <a:t>Turnquist</a:t>
            </a:r>
            <a:endParaRPr lang="en-ID" sz="1800" dirty="0">
              <a:effectLst/>
            </a:endParaRPr>
          </a:p>
          <a:p>
            <a:pPr algn="just"/>
            <a:endParaRPr lang="en-ID" sz="1800" dirty="0"/>
          </a:p>
        </p:txBody>
      </p:sp>
    </p:spTree>
    <p:extLst>
      <p:ext uri="{BB962C8B-B14F-4D97-AF65-F5344CB8AC3E}">
        <p14:creationId xmlns:p14="http://schemas.microsoft.com/office/powerpoint/2010/main" val="3642358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2B2FC38-3251-77BA-CFDE-FD742D68A208}"/>
              </a:ext>
            </a:extLst>
          </p:cNvPr>
          <p:cNvSpPr>
            <a:spLocks noGrp="1"/>
          </p:cNvSpPr>
          <p:nvPr>
            <p:ph type="subTitle" idx="1"/>
          </p:nvPr>
        </p:nvSpPr>
        <p:spPr>
          <a:xfrm>
            <a:off x="4572000" y="1201118"/>
            <a:ext cx="3852068" cy="3221281"/>
          </a:xfrm>
        </p:spPr>
        <p:txBody>
          <a:bodyPr/>
          <a:lstStyle/>
          <a:p>
            <a:r>
              <a:rPr lang="en-ID" sz="1600" b="1" dirty="0">
                <a:effectLst/>
              </a:rPr>
              <a:t>3. </a:t>
            </a:r>
            <a:r>
              <a:rPr lang="en-ID" sz="1600" b="1" dirty="0" err="1">
                <a:effectLst/>
              </a:rPr>
              <a:t>Instalasi</a:t>
            </a:r>
            <a:r>
              <a:rPr lang="en-ID" sz="1600" b="1" dirty="0">
                <a:effectLst/>
              </a:rPr>
              <a:t> dan </a:t>
            </a:r>
            <a:r>
              <a:rPr lang="en-ID" sz="1600" b="1" dirty="0" err="1">
                <a:effectLst/>
              </a:rPr>
              <a:t>Konfigurasi</a:t>
            </a:r>
            <a:r>
              <a:rPr lang="en-ID" sz="1600" b="1" dirty="0">
                <a:effectLst/>
              </a:rPr>
              <a:t> Git</a:t>
            </a:r>
            <a:endParaRPr lang="en-ID" sz="1600" b="1" dirty="0"/>
          </a:p>
          <a:p>
            <a:r>
              <a:rPr lang="en-ID" sz="1600" dirty="0" err="1">
                <a:effectLst/>
              </a:rPr>
              <a:t>Pastikan</a:t>
            </a:r>
            <a:r>
              <a:rPr lang="en-ID" sz="1600" dirty="0">
                <a:effectLst/>
              </a:rPr>
              <a:t> Git </a:t>
            </a:r>
            <a:r>
              <a:rPr lang="en-ID" sz="1600" dirty="0" err="1">
                <a:effectLst/>
              </a:rPr>
              <a:t>telah</a:t>
            </a:r>
            <a:r>
              <a:rPr lang="en-ID" sz="1600" dirty="0">
                <a:effectLst/>
              </a:rPr>
              <a:t> </a:t>
            </a:r>
            <a:r>
              <a:rPr lang="en-ID" sz="1600" dirty="0" err="1">
                <a:effectLst/>
              </a:rPr>
              <a:t>terinstal</a:t>
            </a:r>
            <a:r>
              <a:rPr lang="en-ID" sz="1600" dirty="0">
                <a:effectLst/>
              </a:rPr>
              <a:t> pada </a:t>
            </a:r>
            <a:r>
              <a:rPr lang="en-ID" sz="1600" dirty="0" err="1">
                <a:effectLst/>
              </a:rPr>
              <a:t>sistem</a:t>
            </a:r>
            <a:r>
              <a:rPr lang="en-ID" sz="1600" dirty="0">
                <a:effectLst/>
              </a:rPr>
              <a:t> dan </a:t>
            </a:r>
            <a:r>
              <a:rPr lang="en-ID" sz="1600" dirty="0" err="1">
                <a:effectLst/>
              </a:rPr>
              <a:t>konfigurasikan</a:t>
            </a:r>
            <a:r>
              <a:rPr lang="en-ID" sz="1600" dirty="0">
                <a:effectLst/>
              </a:rPr>
              <a:t> </a:t>
            </a:r>
            <a:r>
              <a:rPr lang="en-ID" sz="1600" dirty="0" err="1">
                <a:effectLst/>
              </a:rPr>
              <a:t>dengan</a:t>
            </a:r>
            <a:r>
              <a:rPr lang="en-ID" sz="1600" dirty="0">
                <a:effectLst/>
              </a:rPr>
              <a:t> </a:t>
            </a:r>
            <a:r>
              <a:rPr lang="en-ID" sz="1600" dirty="0" err="1">
                <a:effectLst/>
              </a:rPr>
              <a:t>akun</a:t>
            </a:r>
            <a:r>
              <a:rPr lang="en-ID" sz="1600" dirty="0">
                <a:effectLst/>
              </a:rPr>
              <a:t> GitHub </a:t>
            </a:r>
            <a:r>
              <a:rPr lang="en-ID" sz="1600" dirty="0" err="1">
                <a:effectLst/>
              </a:rPr>
              <a:t>atau</a:t>
            </a:r>
            <a:r>
              <a:rPr lang="en-ID" sz="1600" dirty="0">
                <a:effectLst/>
              </a:rPr>
              <a:t> GitLab yang </a:t>
            </a:r>
            <a:r>
              <a:rPr lang="en-ID" sz="1600" dirty="0" err="1">
                <a:effectLst/>
              </a:rPr>
              <a:t>akan</a:t>
            </a:r>
            <a:r>
              <a:rPr lang="en-ID" sz="1600" dirty="0">
                <a:effectLst/>
              </a:rPr>
              <a:t> </a:t>
            </a:r>
            <a:r>
              <a:rPr lang="en-ID" sz="1600" dirty="0" err="1">
                <a:effectLst/>
              </a:rPr>
              <a:t>digunakan</a:t>
            </a:r>
            <a:r>
              <a:rPr lang="en-ID" sz="1600" dirty="0">
                <a:effectLst/>
              </a:rPr>
              <a:t>.</a:t>
            </a:r>
            <a:endParaRPr lang="en-ID" sz="1600" dirty="0"/>
          </a:p>
          <a:p>
            <a:endParaRPr lang="en-ID" sz="1600" b="1" dirty="0"/>
          </a:p>
        </p:txBody>
      </p:sp>
      <p:sp>
        <p:nvSpPr>
          <p:cNvPr id="4" name="Subtitle 3">
            <a:extLst>
              <a:ext uri="{FF2B5EF4-FFF2-40B4-BE49-F238E27FC236}">
                <a16:creationId xmlns:a16="http://schemas.microsoft.com/office/drawing/2014/main" id="{880E74C7-5571-376E-03D6-B0EA57839908}"/>
              </a:ext>
            </a:extLst>
          </p:cNvPr>
          <p:cNvSpPr>
            <a:spLocks noGrp="1"/>
          </p:cNvSpPr>
          <p:nvPr>
            <p:ph type="subTitle" idx="2"/>
          </p:nvPr>
        </p:nvSpPr>
        <p:spPr>
          <a:xfrm>
            <a:off x="719932" y="1201118"/>
            <a:ext cx="3720332" cy="3221282"/>
          </a:xfrm>
        </p:spPr>
        <p:txBody>
          <a:bodyPr/>
          <a:lstStyle/>
          <a:p>
            <a:endParaRPr lang="en-ID" sz="1600" b="1" dirty="0"/>
          </a:p>
          <a:p>
            <a:r>
              <a:rPr lang="en-ID" sz="1600" b="1" dirty="0">
                <a:effectLst/>
              </a:rPr>
              <a:t>1. </a:t>
            </a:r>
            <a:r>
              <a:rPr lang="en-ID" sz="1600" b="1" dirty="0" err="1">
                <a:effectLst/>
              </a:rPr>
              <a:t>Instalasi</a:t>
            </a:r>
            <a:r>
              <a:rPr lang="en-ID" sz="1600" b="1" dirty="0">
                <a:effectLst/>
              </a:rPr>
              <a:t> Python dan Dependency</a:t>
            </a:r>
            <a:endParaRPr lang="en-ID" sz="1600" b="1" dirty="0"/>
          </a:p>
          <a:p>
            <a:r>
              <a:rPr lang="en-ID" sz="1600" dirty="0" err="1">
                <a:effectLst/>
              </a:rPr>
              <a:t>Pastikan</a:t>
            </a:r>
            <a:r>
              <a:rPr lang="en-ID" sz="1600" dirty="0">
                <a:effectLst/>
              </a:rPr>
              <a:t> Python dan dependency yang </a:t>
            </a:r>
            <a:r>
              <a:rPr lang="en-ID" sz="1600" dirty="0" err="1">
                <a:effectLst/>
              </a:rPr>
              <a:t>dibutuhkan</a:t>
            </a:r>
            <a:r>
              <a:rPr lang="en-ID" sz="1600" dirty="0">
                <a:effectLst/>
              </a:rPr>
              <a:t> </a:t>
            </a:r>
            <a:r>
              <a:rPr lang="en-ID" sz="1600" dirty="0" err="1">
                <a:effectLst/>
              </a:rPr>
              <a:t>telah</a:t>
            </a:r>
            <a:r>
              <a:rPr lang="en-ID" sz="1600" dirty="0">
                <a:effectLst/>
              </a:rPr>
              <a:t> </a:t>
            </a:r>
            <a:r>
              <a:rPr lang="en-ID" sz="1600" dirty="0" err="1">
                <a:effectLst/>
              </a:rPr>
              <a:t>terinstal</a:t>
            </a:r>
            <a:r>
              <a:rPr lang="en-ID" sz="1600" dirty="0">
                <a:effectLst/>
              </a:rPr>
              <a:t> pada </a:t>
            </a:r>
            <a:r>
              <a:rPr lang="en-ID" sz="1600" dirty="0" err="1">
                <a:effectLst/>
              </a:rPr>
              <a:t>sistem</a:t>
            </a:r>
            <a:r>
              <a:rPr lang="en-ID" sz="1600" dirty="0">
                <a:effectLst/>
              </a:rPr>
              <a:t>.</a:t>
            </a:r>
            <a:endParaRPr lang="en-ID" sz="1600" dirty="0"/>
          </a:p>
        </p:txBody>
      </p:sp>
      <p:sp>
        <p:nvSpPr>
          <p:cNvPr id="7" name="Title 6">
            <a:extLst>
              <a:ext uri="{FF2B5EF4-FFF2-40B4-BE49-F238E27FC236}">
                <a16:creationId xmlns:a16="http://schemas.microsoft.com/office/drawing/2014/main" id="{BD839E4C-1AE2-1350-75C6-D7A76784C09D}"/>
              </a:ext>
            </a:extLst>
          </p:cNvPr>
          <p:cNvSpPr>
            <a:spLocks noGrp="1"/>
          </p:cNvSpPr>
          <p:nvPr>
            <p:ph type="title"/>
          </p:nvPr>
        </p:nvSpPr>
        <p:spPr/>
        <p:txBody>
          <a:bodyPr/>
          <a:lstStyle/>
          <a:p>
            <a:r>
              <a:rPr lang="en-ID" sz="2000" b="1" dirty="0" err="1"/>
              <a:t>Contoh</a:t>
            </a:r>
            <a:r>
              <a:rPr lang="en-ID" sz="2000" b="1" dirty="0"/>
              <a:t> Langkah-</a:t>
            </a:r>
            <a:r>
              <a:rPr lang="en-ID" sz="2000" b="1" dirty="0" err="1"/>
              <a:t>langkah</a:t>
            </a:r>
            <a:r>
              <a:rPr lang="en-ID" sz="2000" b="1" dirty="0"/>
              <a:t> </a:t>
            </a:r>
            <a:r>
              <a:rPr lang="en-ID" sz="2000" b="1" dirty="0" err="1"/>
              <a:t>Konfigurasi</a:t>
            </a:r>
            <a:br>
              <a:rPr lang="en-ID" sz="2000" b="1" dirty="0"/>
            </a:br>
            <a:endParaRPr lang="en-ID" sz="2000" dirty="0"/>
          </a:p>
        </p:txBody>
      </p:sp>
    </p:spTree>
    <p:extLst>
      <p:ext uri="{BB962C8B-B14F-4D97-AF65-F5344CB8AC3E}">
        <p14:creationId xmlns:p14="http://schemas.microsoft.com/office/powerpoint/2010/main" val="2092466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061FEE40-60E5-7A31-103D-B5EC7919EB6F}"/>
              </a:ext>
            </a:extLst>
          </p:cNvPr>
          <p:cNvSpPr>
            <a:spLocks noGrp="1" noChangeArrowheads="1"/>
          </p:cNvSpPr>
          <p:nvPr>
            <p:ph type="title"/>
          </p:nvPr>
        </p:nvSpPr>
        <p:spPr bwMode="auto">
          <a:xfrm>
            <a:off x="688975" y="1363306"/>
            <a:ext cx="7872398"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err="1">
                <a:ln>
                  <a:noFill/>
                </a:ln>
                <a:solidFill>
                  <a:schemeClr val="tx1"/>
                </a:solidFill>
                <a:effectLst/>
                <a:latin typeface="Arial" panose="020B0604020202020204" pitchFamily="34" charset="0"/>
              </a:rPr>
              <a:t>Contoh</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Implementasi</a:t>
            </a:r>
            <a:r>
              <a:rPr kumimoji="0" lang="en-US" altLang="en-US" sz="1600" b="1" i="0" u="none" strike="noStrike" cap="none" normalizeH="0" baseline="0" dirty="0">
                <a:ln>
                  <a:noFill/>
                </a:ln>
                <a:solidFill>
                  <a:schemeClr val="tx1"/>
                </a:solidFill>
                <a:effectLst/>
                <a:latin typeface="Arial" panose="020B0604020202020204" pitchFamily="34" charset="0"/>
              </a:rPr>
              <a:t> Unit Testing </a:t>
            </a:r>
            <a:r>
              <a:rPr kumimoji="0" lang="en-US" altLang="en-US" sz="1600" b="1" i="0" u="none" strike="noStrike" cap="none" normalizeH="0" baseline="0" dirty="0" err="1">
                <a:ln>
                  <a:noFill/>
                </a:ln>
                <a:solidFill>
                  <a:schemeClr val="tx1"/>
                </a:solidFill>
                <a:effectLst/>
                <a:latin typeface="Arial" panose="020B0604020202020204" pitchFamily="34" charset="0"/>
              </a:rPr>
              <a:t>dalam</a:t>
            </a:r>
            <a:r>
              <a:rPr kumimoji="0" lang="en-US" altLang="en-US" sz="1600" b="1" i="0" u="none" strike="noStrike" cap="none" normalizeH="0" baseline="0" dirty="0">
                <a:ln>
                  <a:noFill/>
                </a:ln>
                <a:solidFill>
                  <a:schemeClr val="tx1"/>
                </a:solidFill>
                <a:effectLst/>
                <a:latin typeface="Arial" panose="020B0604020202020204" pitchFamily="34" charset="0"/>
              </a:rPr>
              <a:t> Python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Buat</a:t>
            </a:r>
            <a:r>
              <a:rPr kumimoji="0" lang="en-US" altLang="en-US" sz="1600" b="0" i="0" u="none" strike="noStrike" cap="none" normalizeH="0" baseline="0" dirty="0">
                <a:ln>
                  <a:noFill/>
                </a:ln>
                <a:solidFill>
                  <a:schemeClr val="tx1"/>
                </a:solidFill>
                <a:effectLst/>
                <a:latin typeface="Arial" panose="020B0604020202020204" pitchFamily="34" charset="0"/>
              </a:rPr>
              <a:t> file python </a:t>
            </a:r>
            <a:r>
              <a:rPr kumimoji="0" lang="en-US" altLang="en-US" sz="1600" b="0" i="0" u="none" strike="noStrike" cap="none" normalizeH="0" baseline="0" dirty="0" err="1">
                <a:ln>
                  <a:noFill/>
                </a:ln>
                <a:solidFill>
                  <a:schemeClr val="tx1"/>
                </a:solidFill>
                <a:effectLst/>
                <a:latin typeface="Arial" panose="020B0604020202020204" pitchFamily="34" charset="0"/>
              </a:rPr>
              <a:t>dengan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nama</a:t>
            </a:r>
            <a:r>
              <a:rPr kumimoji="0" lang="en-US" altLang="en-US" sz="1600" b="0" i="0" u="none" strike="noStrike" cap="none" normalizeH="0" baseline="0" dirty="0">
                <a:ln>
                  <a:noFill/>
                </a:ln>
                <a:solidFill>
                  <a:schemeClr val="tx1"/>
                </a:solidFill>
                <a:effectLst/>
                <a:latin typeface="Arial" panose="020B0604020202020204" pitchFamily="34" charset="0"/>
              </a:rPr>
              <a:t> test_sample.py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Import </a:t>
            </a:r>
            <a:r>
              <a:rPr kumimoji="0" lang="en-US" altLang="en-US" sz="1600" b="0" i="0" u="none" strike="noStrike" cap="none" normalizeH="0" baseline="0" dirty="0" err="1">
                <a:ln>
                  <a:noFill/>
                </a:ln>
                <a:solidFill>
                  <a:schemeClr val="tx1"/>
                </a:solidFill>
                <a:effectLst/>
                <a:latin typeface="Arial" panose="020B0604020202020204" pitchFamily="34" charset="0"/>
              </a:rPr>
              <a:t>unittest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Buat</a:t>
            </a:r>
            <a:r>
              <a:rPr kumimoji="0" lang="en-US" altLang="en-US" sz="1600" b="0" i="0" u="none" strike="noStrike" cap="none" normalizeH="0" baseline="0" dirty="0">
                <a:ln>
                  <a:noFill/>
                </a:ln>
                <a:solidFill>
                  <a:schemeClr val="tx1"/>
                </a:solidFill>
                <a:effectLst/>
                <a:latin typeface="Arial" panose="020B0604020202020204" pitchFamily="34" charset="0"/>
              </a:rPr>
              <a:t> class </a:t>
            </a:r>
            <a:r>
              <a:rPr kumimoji="0" lang="en-US" altLang="en-US" sz="1600" b="0" i="0" u="none" strike="noStrike" cap="none" normalizeH="0" baseline="0" dirty="0" err="1">
                <a:ln>
                  <a:noFill/>
                </a:ln>
                <a:solidFill>
                  <a:schemeClr val="tx1"/>
                </a:solidFill>
                <a:effectLst/>
                <a:latin typeface="Arial" panose="020B0604020202020204" pitchFamily="34" charset="0"/>
              </a:rPr>
              <a:t>TestStringMethods</a:t>
            </a:r>
            <a:r>
              <a:rPr kumimoji="0" lang="en-US" altLang="en-US" sz="1600" b="0" i="0" u="none" strike="noStrike" cap="none" normalizeH="0" baseline="0" dirty="0">
                <a:ln>
                  <a:noFill/>
                </a:ln>
                <a:solidFill>
                  <a:schemeClr val="tx1"/>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unittest.TestCase</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Definisi</a:t>
            </a:r>
            <a:r>
              <a:rPr kumimoji="0" lang="en-US" altLang="en-US" sz="1600" b="0" i="0" u="none" strike="noStrike" cap="none" normalizeH="0" baseline="0" dirty="0">
                <a:ln>
                  <a:noFill/>
                </a:ln>
                <a:solidFill>
                  <a:schemeClr val="tx1"/>
                </a:solidFill>
                <a:effectLst/>
                <a:latin typeface="Arial" panose="020B0604020202020204" pitchFamily="34" charset="0"/>
              </a:rPr>
              <a:t> test method, </a:t>
            </a:r>
            <a:r>
              <a:rPr kumimoji="0" lang="en-US" altLang="en-US" sz="1600" b="0" i="0" u="none" strike="noStrike" cap="none" normalizeH="0" baseline="0" dirty="0" err="1">
                <a:ln>
                  <a:noFill/>
                </a:ln>
                <a:solidFill>
                  <a:schemeClr val="tx1"/>
                </a:solidFill>
                <a:effectLst/>
                <a:latin typeface="Arial" panose="020B0604020202020204" pitchFamily="34" charset="0"/>
              </a:rPr>
              <a:t>contoh</a:t>
            </a:r>
            <a:r>
              <a:rPr kumimoji="0" lang="en-US" altLang="en-US" sz="1600" b="0" i="0" u="none" strike="noStrike" cap="none" normalizeH="0" baseline="0" dirty="0">
                <a:ln>
                  <a:noFill/>
                </a:ln>
                <a:solidFill>
                  <a:schemeClr val="tx1"/>
                </a:solidFill>
                <a:effectLst/>
                <a:latin typeface="Arial" panose="020B0604020202020204" pitchFamily="34" charset="0"/>
              </a:rPr>
              <a:t>: def </a:t>
            </a:r>
            <a:r>
              <a:rPr kumimoji="0" lang="en-US" altLang="en-US" sz="1600" b="0" i="0" u="none" strike="noStrike" cap="none" normalizeH="0" baseline="0" dirty="0" err="1">
                <a:ln>
                  <a:noFill/>
                </a:ln>
                <a:solidFill>
                  <a:schemeClr val="tx1"/>
                </a:solidFill>
                <a:effectLst/>
                <a:latin typeface="Arial" panose="020B0604020202020204" pitchFamily="34" charset="0"/>
              </a:rPr>
              <a:t>test_upper</a:t>
            </a:r>
            <a:r>
              <a:rPr kumimoji="0" lang="en-US" altLang="en-US" sz="1600" b="0" i="0" u="none" strike="noStrike" cap="none" normalizeH="0" baseline="0" dirty="0">
                <a:ln>
                  <a:noFill/>
                </a:ln>
                <a:solidFill>
                  <a:schemeClr val="tx1"/>
                </a:solidFill>
                <a:effectLst/>
                <a:latin typeface="Arial" panose="020B0604020202020204" pitchFamily="34" charset="0"/>
              </a:rPr>
              <a:t>(self):</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Panggil</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assertEqual</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untuk</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membandingkan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nilai</a:t>
            </a:r>
            <a:r>
              <a:rPr kumimoji="0" lang="en-US" altLang="en-US" sz="1600" b="0" i="0" u="none" strike="noStrike" cap="none" normalizeH="0" baseline="0" dirty="0">
                <a:ln>
                  <a:noFill/>
                </a:ln>
                <a:solidFill>
                  <a:schemeClr val="tx1"/>
                </a:solidFill>
                <a:effectLst/>
                <a:latin typeface="Arial" panose="020B0604020202020204" pitchFamily="34" charset="0"/>
              </a:rPr>
              <a:t> yang </a:t>
            </a:r>
            <a:r>
              <a:rPr kumimoji="0" lang="en-US" altLang="en-US" sz="1600" b="0" i="0" u="none" strike="noStrike" cap="none" normalizeH="0" baseline="0" dirty="0" err="1">
                <a:ln>
                  <a:noFill/>
                </a:ln>
                <a:solidFill>
                  <a:schemeClr val="tx1"/>
                </a:solidFill>
                <a:effectLst/>
                <a:latin typeface="Arial" panose="020B0604020202020204" pitchFamily="34" charset="0"/>
              </a:rPr>
              <a:t>diharapkan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dengan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nilai</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aktual</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contoh</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self.assertEqual</a:t>
            </a:r>
            <a:r>
              <a:rPr kumimoji="0" lang="en-US" altLang="en-US" sz="1600" b="0" i="0" u="none" strike="noStrike" cap="none" normalizeH="0" baseline="0" dirty="0">
                <a:ln>
                  <a:noFill/>
                </a:ln>
                <a:solidFill>
                  <a:schemeClr val="tx1"/>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foo'.upper</a:t>
            </a:r>
            <a:r>
              <a:rPr kumimoji="0" lang="en-US" altLang="en-US" sz="1600" b="0" i="0" u="none" strike="noStrike" cap="none" normalizeH="0" baseline="0" dirty="0">
                <a:ln>
                  <a:noFill/>
                </a:ln>
                <a:solidFill>
                  <a:schemeClr val="tx1"/>
                </a:solidFill>
                <a:effectLst/>
                <a:latin typeface="Arial" panose="020B0604020202020204" pitchFamily="34" charset="0"/>
              </a:rPr>
              <a:t>(), 'FOO')</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Jalankan</a:t>
            </a:r>
            <a:r>
              <a:rPr kumimoji="0" lang="en-US" altLang="en-US" sz="1600" b="0" i="0" u="none" strike="noStrike" cap="none" normalizeH="0" baseline="0" dirty="0">
                <a:ln>
                  <a:noFill/>
                </a:ln>
                <a:solidFill>
                  <a:schemeClr val="tx1"/>
                </a:solidFill>
                <a:effectLst/>
                <a:latin typeface="Arial" panose="020B0604020202020204" pitchFamily="34" charset="0"/>
              </a:rPr>
              <a:t> test </a:t>
            </a:r>
            <a:r>
              <a:rPr kumimoji="0" lang="en-US" altLang="en-US" sz="1600" b="0" i="0" u="none" strike="noStrike" cap="none" normalizeH="0" baseline="0" dirty="0" err="1">
                <a:ln>
                  <a:noFill/>
                </a:ln>
                <a:solidFill>
                  <a:schemeClr val="tx1"/>
                </a:solidFill>
                <a:effectLst/>
                <a:latin typeface="Arial" panose="020B0604020202020204" pitchFamily="34" charset="0"/>
              </a:rPr>
              <a:t>dengan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menjalankan</a:t>
            </a:r>
            <a:r>
              <a:rPr kumimoji="0" lang="en-US" altLang="en-US" sz="1600" b="0" i="0" u="none" strike="noStrike" cap="none" normalizeH="0" baseline="0" dirty="0">
                <a:ln>
                  <a:noFill/>
                </a:ln>
                <a:solidFill>
                  <a:schemeClr val="tx1"/>
                </a:solidFill>
                <a:effectLst/>
                <a:latin typeface="Arial" panose="020B0604020202020204" pitchFamily="34" charset="0"/>
              </a:rPr>
              <a:t> file python, </a:t>
            </a:r>
            <a:r>
              <a:rPr kumimoji="0" lang="en-US" altLang="en-US" sz="1600" b="0" i="0" u="none" strike="noStrike" cap="none" normalizeH="0" baseline="0" dirty="0" err="1">
                <a:ln>
                  <a:noFill/>
                </a:ln>
                <a:solidFill>
                  <a:schemeClr val="tx1"/>
                </a:solidFill>
                <a:effectLst/>
                <a:latin typeface="Arial" panose="020B0604020202020204" pitchFamily="34" charset="0"/>
              </a:rPr>
              <a:t>contoh</a:t>
            </a:r>
            <a:r>
              <a:rPr kumimoji="0" lang="en-US" altLang="en-US" sz="1600" b="0" i="0" u="none" strike="noStrike" cap="none" normalizeH="0" baseline="0" dirty="0">
                <a:ln>
                  <a:noFill/>
                </a:ln>
                <a:solidFill>
                  <a:schemeClr val="tx1"/>
                </a:solidFill>
                <a:effectLst/>
                <a:latin typeface="Arial" panose="020B0604020202020204" pitchFamily="34" charset="0"/>
              </a:rPr>
              <a:t>: python test_sample.py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91160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5E6F0-5613-B30F-EC66-BBB32841A091}"/>
              </a:ext>
            </a:extLst>
          </p:cNvPr>
          <p:cNvSpPr>
            <a:spLocks noGrp="1"/>
          </p:cNvSpPr>
          <p:nvPr>
            <p:ph type="title"/>
          </p:nvPr>
        </p:nvSpPr>
        <p:spPr>
          <a:xfrm>
            <a:off x="333214" y="666428"/>
            <a:ext cx="2952427" cy="1193370"/>
          </a:xfrm>
        </p:spPr>
        <p:txBody>
          <a:bodyPr/>
          <a:lstStyle/>
          <a:p>
            <a:r>
              <a:rPr lang="en-US" sz="1600" dirty="0"/>
              <a:t>Create Repository</a:t>
            </a:r>
            <a:br>
              <a:rPr lang="en-US" sz="1600" dirty="0"/>
            </a:br>
            <a:br>
              <a:rPr lang="en-US" sz="1600" dirty="0"/>
            </a:br>
            <a:r>
              <a:rPr lang="en-US" sz="1400" dirty="0" err="1"/>
              <a:t>buatlah</a:t>
            </a:r>
            <a:r>
              <a:rPr lang="en-US" sz="1400" dirty="0"/>
              <a:t> repository </a:t>
            </a:r>
            <a:r>
              <a:rPr lang="en-US" sz="1400" dirty="0" err="1"/>
              <a:t>dengan</a:t>
            </a:r>
            <a:r>
              <a:rPr lang="en-US" sz="1400" dirty="0"/>
              <a:t> </a:t>
            </a:r>
            <a:r>
              <a:rPr lang="en-US" sz="1400" dirty="0" err="1"/>
              <a:t>nama</a:t>
            </a:r>
            <a:r>
              <a:rPr lang="en-US" sz="1400" dirty="0"/>
              <a:t> testing QA</a:t>
            </a:r>
            <a:endParaRPr lang="en-ID" sz="1600" dirty="0"/>
          </a:p>
        </p:txBody>
      </p:sp>
      <p:pic>
        <p:nvPicPr>
          <p:cNvPr id="4" name="Picture 3">
            <a:extLst>
              <a:ext uri="{FF2B5EF4-FFF2-40B4-BE49-F238E27FC236}">
                <a16:creationId xmlns:a16="http://schemas.microsoft.com/office/drawing/2014/main" id="{6A4F62E1-E755-A64D-6F3A-60D12263DC2E}"/>
              </a:ext>
            </a:extLst>
          </p:cNvPr>
          <p:cNvPicPr>
            <a:picLocks noChangeAspect="1"/>
          </p:cNvPicPr>
          <p:nvPr/>
        </p:nvPicPr>
        <p:blipFill>
          <a:blip r:embed="rId2"/>
          <a:stretch>
            <a:fillRect/>
          </a:stretch>
        </p:blipFill>
        <p:spPr>
          <a:xfrm>
            <a:off x="3618854" y="666427"/>
            <a:ext cx="5029201" cy="3533614"/>
          </a:xfrm>
          <a:prstGeom prst="rect">
            <a:avLst/>
          </a:prstGeom>
        </p:spPr>
      </p:pic>
    </p:spTree>
    <p:extLst>
      <p:ext uri="{BB962C8B-B14F-4D97-AF65-F5344CB8AC3E}">
        <p14:creationId xmlns:p14="http://schemas.microsoft.com/office/powerpoint/2010/main" val="1449966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20E6E-0A32-FE1B-FED6-AB73224537BE}"/>
              </a:ext>
            </a:extLst>
          </p:cNvPr>
          <p:cNvSpPr>
            <a:spLocks noGrp="1"/>
          </p:cNvSpPr>
          <p:nvPr>
            <p:ph type="title"/>
          </p:nvPr>
        </p:nvSpPr>
        <p:spPr>
          <a:xfrm>
            <a:off x="712922" y="581186"/>
            <a:ext cx="3347634" cy="1596326"/>
          </a:xfrm>
        </p:spPr>
        <p:txBody>
          <a:bodyPr/>
          <a:lstStyle/>
          <a:p>
            <a:r>
              <a:rPr lang="en-US" sz="1600" dirty="0"/>
              <a:t>Upload </a:t>
            </a:r>
            <a:r>
              <a:rPr lang="en-US" sz="1600" dirty="0" err="1"/>
              <a:t>proyek</a:t>
            </a:r>
            <a:r>
              <a:rPr lang="en-US" sz="1600" dirty="0"/>
              <a:t> python</a:t>
            </a:r>
            <a:br>
              <a:rPr lang="en-US" sz="1600" dirty="0"/>
            </a:br>
            <a:endParaRPr lang="en-ID" sz="1600" dirty="0"/>
          </a:p>
        </p:txBody>
      </p:sp>
      <p:pic>
        <p:nvPicPr>
          <p:cNvPr id="4" name="Picture 3">
            <a:extLst>
              <a:ext uri="{FF2B5EF4-FFF2-40B4-BE49-F238E27FC236}">
                <a16:creationId xmlns:a16="http://schemas.microsoft.com/office/drawing/2014/main" id="{9C7FA6C5-8480-5214-8473-656781EF69FE}"/>
              </a:ext>
            </a:extLst>
          </p:cNvPr>
          <p:cNvPicPr>
            <a:picLocks noChangeAspect="1"/>
          </p:cNvPicPr>
          <p:nvPr/>
        </p:nvPicPr>
        <p:blipFill>
          <a:blip r:embed="rId2"/>
          <a:stretch>
            <a:fillRect/>
          </a:stretch>
        </p:blipFill>
        <p:spPr>
          <a:xfrm>
            <a:off x="1061634" y="1080486"/>
            <a:ext cx="7282156" cy="3313283"/>
          </a:xfrm>
          <a:prstGeom prst="rect">
            <a:avLst/>
          </a:prstGeom>
        </p:spPr>
      </p:pic>
    </p:spTree>
    <p:extLst>
      <p:ext uri="{BB962C8B-B14F-4D97-AF65-F5344CB8AC3E}">
        <p14:creationId xmlns:p14="http://schemas.microsoft.com/office/powerpoint/2010/main" val="2633917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C48D8-467E-4515-9008-4A5A4D919169}"/>
              </a:ext>
            </a:extLst>
          </p:cNvPr>
          <p:cNvSpPr>
            <a:spLocks noGrp="1"/>
          </p:cNvSpPr>
          <p:nvPr>
            <p:ph type="title"/>
          </p:nvPr>
        </p:nvSpPr>
        <p:spPr>
          <a:xfrm>
            <a:off x="1255363" y="503695"/>
            <a:ext cx="5547440" cy="906650"/>
          </a:xfrm>
        </p:spPr>
        <p:txBody>
          <a:bodyPr/>
          <a:lstStyle/>
          <a:p>
            <a:r>
              <a:rPr lang="en-US" sz="2800" dirty="0"/>
              <a:t>BUILD FILE PROYEK PYTHON SELESAI</a:t>
            </a:r>
            <a:endParaRPr lang="en-ID" sz="2800" dirty="0"/>
          </a:p>
        </p:txBody>
      </p:sp>
      <p:pic>
        <p:nvPicPr>
          <p:cNvPr id="4" name="Picture 3">
            <a:extLst>
              <a:ext uri="{FF2B5EF4-FFF2-40B4-BE49-F238E27FC236}">
                <a16:creationId xmlns:a16="http://schemas.microsoft.com/office/drawing/2014/main" id="{B5E48F4F-D46E-AB1F-D3C6-7483E4EDC4C6}"/>
              </a:ext>
            </a:extLst>
          </p:cNvPr>
          <p:cNvPicPr>
            <a:picLocks noChangeAspect="1"/>
          </p:cNvPicPr>
          <p:nvPr/>
        </p:nvPicPr>
        <p:blipFill>
          <a:blip r:embed="rId2"/>
          <a:stretch>
            <a:fillRect/>
          </a:stretch>
        </p:blipFill>
        <p:spPr>
          <a:xfrm>
            <a:off x="1162373" y="1410345"/>
            <a:ext cx="5408908" cy="2487412"/>
          </a:xfrm>
          <a:prstGeom prst="rect">
            <a:avLst/>
          </a:prstGeom>
        </p:spPr>
      </p:pic>
    </p:spTree>
    <p:extLst>
      <p:ext uri="{BB962C8B-B14F-4D97-AF65-F5344CB8AC3E}">
        <p14:creationId xmlns:p14="http://schemas.microsoft.com/office/powerpoint/2010/main" val="401085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6317A-0F5B-B902-C5FC-B22F7C15C4A8}"/>
              </a:ext>
            </a:extLst>
          </p:cNvPr>
          <p:cNvSpPr>
            <a:spLocks noGrp="1"/>
          </p:cNvSpPr>
          <p:nvPr>
            <p:ph type="title"/>
          </p:nvPr>
        </p:nvSpPr>
        <p:spPr/>
        <p:txBody>
          <a:bodyPr/>
          <a:lstStyle/>
          <a:p>
            <a:endParaRPr lang="en-ID"/>
          </a:p>
        </p:txBody>
      </p:sp>
    </p:spTree>
    <p:extLst>
      <p:ext uri="{BB962C8B-B14F-4D97-AF65-F5344CB8AC3E}">
        <p14:creationId xmlns:p14="http://schemas.microsoft.com/office/powerpoint/2010/main" val="2023163685"/>
      </p:ext>
    </p:extLst>
  </p:cSld>
  <p:clrMapOvr>
    <a:masterClrMapping/>
  </p:clrMapOvr>
</p:sld>
</file>

<file path=ppt/theme/theme1.xml><?xml version="1.0" encoding="utf-8"?>
<a:theme xmlns:a="http://schemas.openxmlformats.org/drawingml/2006/main" name="Minimal Vintage Style - Marketing Basic Template by Slidesgo">
  <a:themeElements>
    <a:clrScheme name="Simple Light">
      <a:dk1>
        <a:srgbClr val="2E2D2D"/>
      </a:dk1>
      <a:lt1>
        <a:srgbClr val="F8F4F4"/>
      </a:lt1>
      <a:dk2>
        <a:srgbClr val="595959"/>
      </a:dk2>
      <a:lt2>
        <a:srgbClr val="A39B99"/>
      </a:lt2>
      <a:accent1>
        <a:srgbClr val="CFCACA"/>
      </a:accent1>
      <a:accent2>
        <a:srgbClr val="FFFFFF"/>
      </a:accent2>
      <a:accent3>
        <a:srgbClr val="FFFFFF"/>
      </a:accent3>
      <a:accent4>
        <a:srgbClr val="FFFFFF"/>
      </a:accent4>
      <a:accent5>
        <a:srgbClr val="FFFFFF"/>
      </a:accent5>
      <a:accent6>
        <a:srgbClr val="FFFFFF"/>
      </a:accent6>
      <a:hlink>
        <a:srgbClr val="2E2D2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827</Words>
  <Application>Microsoft Office PowerPoint</Application>
  <PresentationFormat>On-screen Show (16:9)</PresentationFormat>
  <Paragraphs>42</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Times New Roman</vt:lpstr>
      <vt:lpstr>Bebas Neue</vt:lpstr>
      <vt:lpstr>Ultra</vt:lpstr>
      <vt:lpstr>Nunito Light</vt:lpstr>
      <vt:lpstr>Arial</vt:lpstr>
      <vt:lpstr>Albert Sans</vt:lpstr>
      <vt:lpstr>Albert Sans Light</vt:lpstr>
      <vt:lpstr>Minimal Vintage Style - Marketing Basic Template by Slidesgo</vt:lpstr>
      <vt:lpstr>Whitebox Testing, Unit Testing, dan CI/CD dalam Python</vt:lpstr>
      <vt:lpstr>Pendahuluan Whitebox testing dan unit testing merupakan bagian penting dari proses pengembangan perangkat lunak. Dalam presentasi ini, kita akan membahas tentang whitebox testing, unit testing, dan CI/CD dalam Python. Selain itu, kita juga akan melihat contoh implementasi dan konfigurasi CI/CD untuk project Python, serta referensi atau sumber materi yang digunakan. </vt:lpstr>
      <vt:lpstr>Whitebox Testing Whitebox testing adalah metode pengujian perangkat lunak yang dilakukan dengan memeriksa struktur internal kode program. Tujuannya adalah untuk memastikan bahwa kode program berjalan sesuai dengan spesifikasi dan memenuhi standar kualitas yang ditetapkan. Beberapa teknik yang digunakan dalam whitebox testing antara lain: Statement coverage: Memastikan bahwa setiap pernyataan dalam kode program dieksekusi setidaknya satu kali. Branch coverage: Memastikan bahwa setiap percabangan dalam kode program dieksekusi setidaknya satu kali. Path coverage: Memastikan bahwa semua kemungkinan jalur eksekusi kode program telah diuji.    </vt:lpstr>
      <vt:lpstr>  Unit Testing    Unit testing adalah jenis testing yang dilakukan untuk memastikan setiap unit kode berfungsi dengan benar secara terpisah. Unit bisa berupa fungsi, kelas, atau modul. Unit testing dilakukan sebelum pengujian integrasi untuk memastikan bahwa setiap unit berfungsi dengan benar sebelum digabungkan dengan unit lainnya. Keuntungan dari Unit Testing Memastikan setiap unit kode berfungsi dengan benar secara terpisah. Meningkatkan kualitas kode dengan menemukan bug lebih awal. Memudahkanefactoring dan memperbaiki kode</vt:lpstr>
      <vt:lpstr>Contoh Implementasi dalam Python</vt:lpstr>
      <vt:lpstr>Unit Testing Unit testing dilakukan pada level unit atau komponen kecil pada kode program untuk memastikan kebenaran fungsi secara terisolasi. </vt:lpstr>
      <vt:lpstr>PowerPoint Presentation</vt:lpstr>
      <vt:lpstr>PowerPoint Presentation</vt:lpstr>
      <vt:lpstr>Referensi atau Sumber Materi</vt:lpstr>
      <vt:lpstr>Contoh Langkah-langkah Konfigurasi </vt:lpstr>
      <vt:lpstr>Contoh Implementasi Unit Testing dalam Python Buat file python dengan nama test_sample.py Import unittest Buat class TestStringMethods(unittest.TestCase) Definisi test method, contoh: def test_upper(self): Panggil assertEqual() untuk membandingkan nilai yang diharapkan dengan nilai aktual, contoh: self.assertEqual('foo'.upper(), 'FOO') Jalankan test dengan menjalankan file python, contoh: python test_sample.py </vt:lpstr>
      <vt:lpstr>Create Repository  buatlah repository dengan nama testing QA</vt:lpstr>
      <vt:lpstr>Upload proyek python </vt:lpstr>
      <vt:lpstr>BUILD FILE PROYEK PYTHON SELESAI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Whitebox Testing, Unit Testing, dan CI/CD dalam Python</dc:title>
  <dc:creator>Vania Amira</dc:creator>
  <cp:lastModifiedBy>vaniacrup19@gmail.com</cp:lastModifiedBy>
  <cp:revision>1</cp:revision>
  <dcterms:modified xsi:type="dcterms:W3CDTF">2023-11-01T18:38:49Z</dcterms:modified>
</cp:coreProperties>
</file>